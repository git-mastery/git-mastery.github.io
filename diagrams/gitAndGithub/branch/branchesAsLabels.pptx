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90"/>
    <p:restoredTop sz="94677"/>
  </p:normalViewPr>
  <p:slideViewPr>
    <p:cSldViewPr snapToGrid="0">
      <p:cViewPr varScale="1">
        <p:scale>
          <a:sx n="151" d="100"/>
          <a:sy n="151" d="100"/>
        </p:scale>
        <p:origin x="688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7B8176-A568-4DE8-B695-28BCA3CC2636}" type="datetimeFigureOut">
              <a:rPr lang="en-US" smtClean="0"/>
              <a:t>1/2/26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DC1A15-39B4-47B8-88A9-419754306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68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DC1A15-39B4-47B8-88A9-4197543062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3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C1A15-39B4-47B8-88A9-4197543062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31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94321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874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77522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615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7170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46451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7472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1109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33613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9154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0168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F532DB-2311-4BA7-A4CB-CC15A84E776B}" type="datetimeFigureOut">
              <a:rPr lang="en-SG" smtClean="0"/>
              <a:t>2/1/26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734314-31FB-4D92-9F5F-8BD4D7D291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5678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lowchart: Connector 70"/>
          <p:cNvSpPr/>
          <p:nvPr/>
        </p:nvSpPr>
        <p:spPr>
          <a:xfrm>
            <a:off x="142485" y="6129112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78" name="InSlideAnimateShape35e178af-dc40-47a5-bc21-4d0e6ab13a0b"/>
          <p:cNvSpPr txBox="1"/>
          <p:nvPr/>
        </p:nvSpPr>
        <p:spPr>
          <a:xfrm flipH="1">
            <a:off x="712902" y="6184520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79" name="InSlideAnimateShapec6668a60-df72-441d-a462-fbf247f668dd"/>
          <p:cNvSpPr txBox="1"/>
          <p:nvPr/>
        </p:nvSpPr>
        <p:spPr>
          <a:xfrm>
            <a:off x="1569523" y="6184520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89" name="Straight Connector 88"/>
          <p:cNvCxnSpPr>
            <a:cxnSpLocks/>
          </p:cNvCxnSpPr>
          <p:nvPr/>
        </p:nvCxnSpPr>
        <p:spPr>
          <a:xfrm>
            <a:off x="7047395" y="4310743"/>
            <a:ext cx="0" cy="2314044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lowchart: Connector 47"/>
          <p:cNvSpPr/>
          <p:nvPr/>
        </p:nvSpPr>
        <p:spPr>
          <a:xfrm>
            <a:off x="2554039" y="5370533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49" name="Flowchart: Connector 48"/>
          <p:cNvSpPr/>
          <p:nvPr/>
        </p:nvSpPr>
        <p:spPr>
          <a:xfrm>
            <a:off x="2547554" y="611139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50" name="Straight Connector 49"/>
          <p:cNvCxnSpPr>
            <a:stCxn id="49" idx="0"/>
            <a:endCxn id="48" idx="4"/>
          </p:cNvCxnSpPr>
          <p:nvPr/>
        </p:nvCxnSpPr>
        <p:spPr>
          <a:xfrm flipV="1">
            <a:off x="2812225" y="5829479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33" name="Straight Connector 32"/>
          <p:cNvCxnSpPr>
            <a:cxnSpLocks/>
          </p:cNvCxnSpPr>
          <p:nvPr/>
        </p:nvCxnSpPr>
        <p:spPr>
          <a:xfrm>
            <a:off x="4815147" y="4638808"/>
            <a:ext cx="0" cy="2024145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owchart: Connector 33"/>
          <p:cNvSpPr/>
          <p:nvPr/>
        </p:nvSpPr>
        <p:spPr>
          <a:xfrm>
            <a:off x="4934870" y="5353648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35" name="Flowchart: Connector 34"/>
          <p:cNvSpPr/>
          <p:nvPr/>
        </p:nvSpPr>
        <p:spPr>
          <a:xfrm>
            <a:off x="4928385" y="6094505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36" name="Straight Connector 35"/>
          <p:cNvCxnSpPr>
            <a:stCxn id="35" idx="0"/>
            <a:endCxn id="34" idx="4"/>
          </p:cNvCxnSpPr>
          <p:nvPr/>
        </p:nvCxnSpPr>
        <p:spPr>
          <a:xfrm flipV="1">
            <a:off x="5193056" y="5812594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40" name="InSlideAnimateShapef6670a49-3898-4e8c-8403-b30b80627c4a"/>
          <p:cNvSpPr txBox="1">
            <a:spLocks/>
          </p:cNvSpPr>
          <p:nvPr/>
        </p:nvSpPr>
        <p:spPr>
          <a:xfrm rot="710030" flipH="1">
            <a:off x="5454003" y="5626312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42" name="Flowchart: Connector 41"/>
          <p:cNvSpPr/>
          <p:nvPr/>
        </p:nvSpPr>
        <p:spPr>
          <a:xfrm>
            <a:off x="7193850" y="524933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43" name="Flowchart: Connector 42"/>
          <p:cNvSpPr/>
          <p:nvPr/>
        </p:nvSpPr>
        <p:spPr>
          <a:xfrm>
            <a:off x="7187365" y="5990194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45" name="Straight Connector 44"/>
          <p:cNvCxnSpPr>
            <a:stCxn id="43" idx="0"/>
            <a:endCxn id="42" idx="4"/>
          </p:cNvCxnSpPr>
          <p:nvPr/>
        </p:nvCxnSpPr>
        <p:spPr>
          <a:xfrm flipV="1">
            <a:off x="7452036" y="5708283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47" name="branch: commit 4"/>
          <p:cNvGrpSpPr/>
          <p:nvPr/>
        </p:nvGrpSpPr>
        <p:grpSpPr>
          <a:xfrm>
            <a:off x="7200876" y="4415077"/>
            <a:ext cx="529341" cy="834260"/>
            <a:chOff x="2338635" y="4018315"/>
            <a:chExt cx="529341" cy="834260"/>
          </a:xfrm>
        </p:grpSpPr>
        <p:sp>
          <p:nvSpPr>
            <p:cNvPr id="55" name="Flowchart: Connector 54"/>
            <p:cNvSpPr/>
            <p:nvPr/>
          </p:nvSpPr>
          <p:spPr>
            <a:xfrm>
              <a:off x="2338635" y="4018315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</a:t>
              </a:r>
            </a:p>
          </p:txBody>
        </p:sp>
        <p:cxnSp>
          <p:nvCxnSpPr>
            <p:cNvPr id="58" name="Straight Connector 57"/>
            <p:cNvCxnSpPr>
              <a:cxnSpLocks/>
              <a:stCxn id="42" idx="0"/>
              <a:endCxn id="55" idx="4"/>
            </p:cNvCxnSpPr>
            <p:nvPr/>
          </p:nvCxnSpPr>
          <p:spPr>
            <a:xfrm flipV="1">
              <a:off x="2602458" y="4477261"/>
              <a:ext cx="848" cy="375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51" name="InSlideAnimateShapef6670a49-3898-4e8c-8403-b30b80627c4a"/>
          <p:cNvSpPr txBox="1">
            <a:spLocks/>
          </p:cNvSpPr>
          <p:nvPr/>
        </p:nvSpPr>
        <p:spPr>
          <a:xfrm flipH="1">
            <a:off x="7795954" y="4457013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72" name="Down Arrow 71"/>
          <p:cNvSpPr/>
          <p:nvPr/>
        </p:nvSpPr>
        <p:spPr>
          <a:xfrm rot="16200000">
            <a:off x="4504798" y="5758588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Down Arrow 72"/>
          <p:cNvSpPr/>
          <p:nvPr/>
        </p:nvSpPr>
        <p:spPr>
          <a:xfrm rot="16200000">
            <a:off x="6747490" y="4893149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3881905-4A1B-D1E0-5E82-7BE2C32033C8}"/>
              </a:ext>
            </a:extLst>
          </p:cNvPr>
          <p:cNvCxnSpPr>
            <a:cxnSpLocks/>
          </p:cNvCxnSpPr>
          <p:nvPr/>
        </p:nvCxnSpPr>
        <p:spPr>
          <a:xfrm>
            <a:off x="2348488" y="4924168"/>
            <a:ext cx="0" cy="1738784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own Arrow 2">
            <a:extLst>
              <a:ext uri="{FF2B5EF4-FFF2-40B4-BE49-F238E27FC236}">
                <a16:creationId xmlns:a16="http://schemas.microsoft.com/office/drawing/2014/main" id="{7E0CE8AD-7DB1-3280-D8AD-693799F1688B}"/>
              </a:ext>
            </a:extLst>
          </p:cNvPr>
          <p:cNvSpPr/>
          <p:nvPr/>
        </p:nvSpPr>
        <p:spPr>
          <a:xfrm rot="16200000">
            <a:off x="2012969" y="5653285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AFFD32BF-FF18-2583-ACF6-C097E5F0C394}"/>
              </a:ext>
            </a:extLst>
          </p:cNvPr>
          <p:cNvCxnSpPr>
            <a:cxnSpLocks/>
            <a:stCxn id="79" idx="1"/>
            <a:endCxn id="78" idx="1"/>
          </p:cNvCxnSpPr>
          <p:nvPr/>
        </p:nvCxnSpPr>
        <p:spPr>
          <a:xfrm rot="10800000">
            <a:off x="1330779" y="6369187"/>
            <a:ext cx="238744" cy="287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InSlideAnimateShape35e178af-dc40-47a5-bc21-4d0e6ab13a0b">
            <a:extLst>
              <a:ext uri="{FF2B5EF4-FFF2-40B4-BE49-F238E27FC236}">
                <a16:creationId xmlns:a16="http://schemas.microsoft.com/office/drawing/2014/main" id="{48076E94-A984-815E-4623-BD21B89F5752}"/>
              </a:ext>
            </a:extLst>
          </p:cNvPr>
          <p:cNvSpPr txBox="1"/>
          <p:nvPr/>
        </p:nvSpPr>
        <p:spPr>
          <a:xfrm flipH="1">
            <a:off x="3141833" y="5389863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12" name="InSlideAnimateShapec6668a60-df72-441d-a462-fbf247f668dd">
            <a:extLst>
              <a:ext uri="{FF2B5EF4-FFF2-40B4-BE49-F238E27FC236}">
                <a16:creationId xmlns:a16="http://schemas.microsoft.com/office/drawing/2014/main" id="{FC062D4F-45E9-2BF6-5FF6-2BF365A3DC0F}"/>
              </a:ext>
            </a:extLst>
          </p:cNvPr>
          <p:cNvSpPr txBox="1"/>
          <p:nvPr/>
        </p:nvSpPr>
        <p:spPr>
          <a:xfrm>
            <a:off x="4089566" y="6238948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FCCEC680-621D-0156-A759-EDE1B7531723}"/>
              </a:ext>
            </a:extLst>
          </p:cNvPr>
          <p:cNvCxnSpPr>
            <a:cxnSpLocks/>
            <a:stCxn id="12" idx="1"/>
            <a:endCxn id="11" idx="1"/>
          </p:cNvCxnSpPr>
          <p:nvPr/>
        </p:nvCxnSpPr>
        <p:spPr>
          <a:xfrm rot="10800000">
            <a:off x="3759710" y="5574529"/>
            <a:ext cx="329856" cy="85195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InSlideAnimateShape35e178af-dc40-47a5-bc21-4d0e6ab13a0b">
            <a:extLst>
              <a:ext uri="{FF2B5EF4-FFF2-40B4-BE49-F238E27FC236}">
                <a16:creationId xmlns:a16="http://schemas.microsoft.com/office/drawing/2014/main" id="{4D6F4360-0481-7A6B-4BAD-8A33CA72789C}"/>
              </a:ext>
            </a:extLst>
          </p:cNvPr>
          <p:cNvSpPr txBox="1"/>
          <p:nvPr/>
        </p:nvSpPr>
        <p:spPr>
          <a:xfrm flipH="1">
            <a:off x="5486293" y="5136770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17" name="InSlideAnimateShapec6668a60-df72-441d-a462-fbf247f668dd">
            <a:extLst>
              <a:ext uri="{FF2B5EF4-FFF2-40B4-BE49-F238E27FC236}">
                <a16:creationId xmlns:a16="http://schemas.microsoft.com/office/drawing/2014/main" id="{B8B3620C-6017-9974-5D68-ACF9BAD2927E}"/>
              </a:ext>
            </a:extLst>
          </p:cNvPr>
          <p:cNvSpPr txBox="1"/>
          <p:nvPr/>
        </p:nvSpPr>
        <p:spPr>
          <a:xfrm>
            <a:off x="6359238" y="6189963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7CC01E80-980D-31FD-F637-5B14F026B4A1}"/>
              </a:ext>
            </a:extLst>
          </p:cNvPr>
          <p:cNvCxnSpPr>
            <a:cxnSpLocks/>
            <a:stCxn id="17" idx="1"/>
            <a:endCxn id="40" idx="1"/>
          </p:cNvCxnSpPr>
          <p:nvPr/>
        </p:nvCxnSpPr>
        <p:spPr>
          <a:xfrm rot="10800000">
            <a:off x="6054776" y="5873242"/>
            <a:ext cx="304462" cy="50425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SlideAnimateShape35e178af-dc40-47a5-bc21-4d0e6ab13a0b">
            <a:extLst>
              <a:ext uri="{FF2B5EF4-FFF2-40B4-BE49-F238E27FC236}">
                <a16:creationId xmlns:a16="http://schemas.microsoft.com/office/drawing/2014/main" id="{CD97AF4A-5B14-FA89-C309-3F89B8B1FEF3}"/>
              </a:ext>
            </a:extLst>
          </p:cNvPr>
          <p:cNvSpPr txBox="1"/>
          <p:nvPr/>
        </p:nvSpPr>
        <p:spPr>
          <a:xfrm flipH="1">
            <a:off x="7802224" y="5289170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23" name="InSlideAnimateShapec6668a60-df72-441d-a462-fbf247f668dd">
            <a:extLst>
              <a:ext uri="{FF2B5EF4-FFF2-40B4-BE49-F238E27FC236}">
                <a16:creationId xmlns:a16="http://schemas.microsoft.com/office/drawing/2014/main" id="{E7048EEB-EA63-CA68-891E-781D36BB8022}"/>
              </a:ext>
            </a:extLst>
          </p:cNvPr>
          <p:cNvSpPr txBox="1"/>
          <p:nvPr/>
        </p:nvSpPr>
        <p:spPr>
          <a:xfrm>
            <a:off x="8403180" y="5844341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DDF47D26-272B-8340-1D06-0CD31312533A}"/>
              </a:ext>
            </a:extLst>
          </p:cNvPr>
          <p:cNvCxnSpPr>
            <a:cxnSpLocks/>
            <a:stCxn id="23" idx="0"/>
            <a:endCxn id="51" idx="1"/>
          </p:cNvCxnSpPr>
          <p:nvPr/>
        </p:nvCxnSpPr>
        <p:spPr>
          <a:xfrm rot="16200000" flipV="1">
            <a:off x="7956352" y="5088507"/>
            <a:ext cx="1202662" cy="30900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CFDA63BE-82AB-5B55-36C3-D2E6BA0C9EED}"/>
              </a:ext>
            </a:extLst>
          </p:cNvPr>
          <p:cNvCxnSpPr>
            <a:cxnSpLocks/>
            <a:stCxn id="17" idx="1"/>
            <a:endCxn id="16" idx="1"/>
          </p:cNvCxnSpPr>
          <p:nvPr/>
        </p:nvCxnSpPr>
        <p:spPr>
          <a:xfrm rot="10800000">
            <a:off x="6104170" y="5321436"/>
            <a:ext cx="255068" cy="1056064"/>
          </a:xfrm>
          <a:prstGeom prst="curvedConnector3">
            <a:avLst>
              <a:gd name="adj1" fmla="val 30795"/>
            </a:avLst>
          </a:prstGeom>
          <a:ln w="12700">
            <a:solidFill>
              <a:schemeClr val="bg1">
                <a:lumMod val="8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CC7881D-E9DC-0D5B-9321-8C413BAE47BB}"/>
              </a:ext>
            </a:extLst>
          </p:cNvPr>
          <p:cNvSpPr txBox="1"/>
          <p:nvPr/>
        </p:nvSpPr>
        <p:spPr>
          <a:xfrm>
            <a:off x="6106885" y="5445580"/>
            <a:ext cx="28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109816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lowchart: Connector 42"/>
          <p:cNvSpPr/>
          <p:nvPr/>
        </p:nvSpPr>
        <p:spPr>
          <a:xfrm>
            <a:off x="2968256" y="503972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45" name="Flowchart: Connector 44"/>
          <p:cNvSpPr/>
          <p:nvPr/>
        </p:nvSpPr>
        <p:spPr>
          <a:xfrm>
            <a:off x="2961771" y="578057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46" name="Straight Connector 45"/>
          <p:cNvCxnSpPr>
            <a:stCxn id="45" idx="0"/>
            <a:endCxn id="43" idx="4"/>
          </p:cNvCxnSpPr>
          <p:nvPr/>
        </p:nvCxnSpPr>
        <p:spPr>
          <a:xfrm flipV="1">
            <a:off x="3226442" y="5498666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47" name="branch: commit 3"/>
          <p:cNvGrpSpPr/>
          <p:nvPr/>
        </p:nvGrpSpPr>
        <p:grpSpPr>
          <a:xfrm>
            <a:off x="3420077" y="4365104"/>
            <a:ext cx="1023933" cy="741827"/>
            <a:chOff x="2801398" y="4177959"/>
            <a:chExt cx="1023933" cy="741827"/>
          </a:xfrm>
        </p:grpSpPr>
        <p:sp>
          <p:nvSpPr>
            <p:cNvPr id="67" name="Flowchart: Connector 66"/>
            <p:cNvSpPr/>
            <p:nvPr/>
          </p:nvSpPr>
          <p:spPr>
            <a:xfrm>
              <a:off x="3295990" y="4177959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</a:t>
              </a:r>
            </a:p>
          </p:txBody>
        </p:sp>
        <p:cxnSp>
          <p:nvCxnSpPr>
            <p:cNvPr id="68" name="Straight Connector 67"/>
            <p:cNvCxnSpPr>
              <a:stCxn id="43" idx="7"/>
              <a:endCxn id="67" idx="3"/>
            </p:cNvCxnSpPr>
            <p:nvPr/>
          </p:nvCxnSpPr>
          <p:spPr>
            <a:xfrm flipV="1">
              <a:off x="2801398" y="4569694"/>
              <a:ext cx="572112" cy="3500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54" name="InSlideAnimateShapef6670a49-3898-4e8c-8403-b30b80627c4a"/>
          <p:cNvSpPr txBox="1">
            <a:spLocks/>
          </p:cNvSpPr>
          <p:nvPr/>
        </p:nvSpPr>
        <p:spPr>
          <a:xfrm flipH="1">
            <a:off x="4484268" y="4383402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59" name="InSlideAnimateShapec6668a60-df72-441d-a462-fbf247f668dd"/>
          <p:cNvSpPr txBox="1"/>
          <p:nvPr/>
        </p:nvSpPr>
        <p:spPr>
          <a:xfrm>
            <a:off x="4478876" y="3869382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60" name="Straight Connector 59"/>
          <p:cNvCxnSpPr>
            <a:cxnSpLocks/>
          </p:cNvCxnSpPr>
          <p:nvPr/>
        </p:nvCxnSpPr>
        <p:spPr>
          <a:xfrm>
            <a:off x="5247639" y="3224893"/>
            <a:ext cx="0" cy="328797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Flowchart: Connector 68"/>
          <p:cNvSpPr/>
          <p:nvPr/>
        </p:nvSpPr>
        <p:spPr>
          <a:xfrm>
            <a:off x="2978022" y="3859669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cxnSp>
        <p:nvCxnSpPr>
          <p:cNvPr id="73" name="Straight Connector 72"/>
          <p:cNvCxnSpPr>
            <a:stCxn id="43" idx="0"/>
            <a:endCxn id="69" idx="4"/>
          </p:cNvCxnSpPr>
          <p:nvPr/>
        </p:nvCxnSpPr>
        <p:spPr>
          <a:xfrm flipV="1">
            <a:off x="3232927" y="4318615"/>
            <a:ext cx="9766" cy="721105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09" name="Down Arrow 71"/>
          <p:cNvSpPr/>
          <p:nvPr/>
        </p:nvSpPr>
        <p:spPr>
          <a:xfrm rot="16200000">
            <a:off x="4928843" y="5443668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Connector 73">
            <a:extLst>
              <a:ext uri="{FF2B5EF4-FFF2-40B4-BE49-F238E27FC236}">
                <a16:creationId xmlns:a16="http://schemas.microsoft.com/office/drawing/2014/main" id="{62DB80E4-3140-D73F-B207-C86A74256913}"/>
              </a:ext>
            </a:extLst>
          </p:cNvPr>
          <p:cNvSpPr/>
          <p:nvPr/>
        </p:nvSpPr>
        <p:spPr>
          <a:xfrm>
            <a:off x="5501680" y="5032363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8" name="Flowchart: Connector 74">
            <a:extLst>
              <a:ext uri="{FF2B5EF4-FFF2-40B4-BE49-F238E27FC236}">
                <a16:creationId xmlns:a16="http://schemas.microsoft.com/office/drawing/2014/main" id="{2FED90CE-265F-05ED-B6E9-2571BC852C51}"/>
              </a:ext>
            </a:extLst>
          </p:cNvPr>
          <p:cNvSpPr/>
          <p:nvPr/>
        </p:nvSpPr>
        <p:spPr>
          <a:xfrm>
            <a:off x="5495195" y="577322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628CA7E-C6D5-869E-754B-F2A346A44734}"/>
              </a:ext>
            </a:extLst>
          </p:cNvPr>
          <p:cNvCxnSpPr>
            <a:stCxn id="8" idx="0"/>
            <a:endCxn id="7" idx="4"/>
          </p:cNvCxnSpPr>
          <p:nvPr/>
        </p:nvCxnSpPr>
        <p:spPr>
          <a:xfrm flipV="1">
            <a:off x="5759866" y="5491309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10" name="branch: commit 3">
            <a:extLst>
              <a:ext uri="{FF2B5EF4-FFF2-40B4-BE49-F238E27FC236}">
                <a16:creationId xmlns:a16="http://schemas.microsoft.com/office/drawing/2014/main" id="{4F939BFE-249C-D829-3AC9-506ED44D2F5B}"/>
              </a:ext>
            </a:extLst>
          </p:cNvPr>
          <p:cNvGrpSpPr/>
          <p:nvPr/>
        </p:nvGrpSpPr>
        <p:grpSpPr>
          <a:xfrm>
            <a:off x="6031021" y="4433266"/>
            <a:ext cx="1184049" cy="828570"/>
            <a:chOff x="2404518" y="4177959"/>
            <a:chExt cx="1184049" cy="828570"/>
          </a:xfrm>
        </p:grpSpPr>
        <p:sp>
          <p:nvSpPr>
            <p:cNvPr id="11" name="Flowchart: Connector 79">
              <a:extLst>
                <a:ext uri="{FF2B5EF4-FFF2-40B4-BE49-F238E27FC236}">
                  <a16:creationId xmlns:a16="http://schemas.microsoft.com/office/drawing/2014/main" id="{238D36CE-9E50-FBA4-2FC1-5B1B168309E8}"/>
                </a:ext>
              </a:extLst>
            </p:cNvPr>
            <p:cNvSpPr/>
            <p:nvPr/>
          </p:nvSpPr>
          <p:spPr>
            <a:xfrm>
              <a:off x="3059226" y="4177959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E21980D-460C-F9F0-ABE1-69B042307DEF}"/>
                </a:ext>
              </a:extLst>
            </p:cNvPr>
            <p:cNvCxnSpPr>
              <a:cxnSpLocks/>
              <a:stCxn id="7" idx="6"/>
              <a:endCxn id="11" idx="3"/>
            </p:cNvCxnSpPr>
            <p:nvPr/>
          </p:nvCxnSpPr>
          <p:spPr>
            <a:xfrm flipV="1">
              <a:off x="2404518" y="4569694"/>
              <a:ext cx="732228" cy="43683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13" name="InSlideAnimateShapef6670a49-3898-4e8c-8403-b30b80627c4a">
            <a:extLst>
              <a:ext uri="{FF2B5EF4-FFF2-40B4-BE49-F238E27FC236}">
                <a16:creationId xmlns:a16="http://schemas.microsoft.com/office/drawing/2014/main" id="{44038113-90FC-D451-E56A-1499CE153442}"/>
              </a:ext>
            </a:extLst>
          </p:cNvPr>
          <p:cNvSpPr txBox="1">
            <a:spLocks/>
          </p:cNvSpPr>
          <p:nvPr/>
        </p:nvSpPr>
        <p:spPr>
          <a:xfrm flipH="1">
            <a:off x="7271045" y="3340094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16" name="Flowchart: Connector 85">
            <a:extLst>
              <a:ext uri="{FF2B5EF4-FFF2-40B4-BE49-F238E27FC236}">
                <a16:creationId xmlns:a16="http://schemas.microsoft.com/office/drawing/2014/main" id="{B0A4D99F-CA88-587E-5E07-A2657F88DC00}"/>
              </a:ext>
            </a:extLst>
          </p:cNvPr>
          <p:cNvSpPr/>
          <p:nvPr/>
        </p:nvSpPr>
        <p:spPr>
          <a:xfrm>
            <a:off x="5511446" y="387129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32DED6A-3D8F-8C4F-618C-C2291332FD0B}"/>
              </a:ext>
            </a:extLst>
          </p:cNvPr>
          <p:cNvCxnSpPr>
            <a:stCxn id="7" idx="0"/>
            <a:endCxn id="16" idx="4"/>
          </p:cNvCxnSpPr>
          <p:nvPr/>
        </p:nvCxnSpPr>
        <p:spPr>
          <a:xfrm flipV="1">
            <a:off x="5766351" y="4330243"/>
            <a:ext cx="9766" cy="702120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21" name="branch: commit 3">
            <a:extLst>
              <a:ext uri="{FF2B5EF4-FFF2-40B4-BE49-F238E27FC236}">
                <a16:creationId xmlns:a16="http://schemas.microsoft.com/office/drawing/2014/main" id="{484D216E-095D-C5C1-2E42-75EA365CE03C}"/>
              </a:ext>
            </a:extLst>
          </p:cNvPr>
          <p:cNvGrpSpPr/>
          <p:nvPr/>
        </p:nvGrpSpPr>
        <p:grpSpPr>
          <a:xfrm>
            <a:off x="6689066" y="3294707"/>
            <a:ext cx="529341" cy="1138559"/>
            <a:chOff x="2968570" y="4007214"/>
            <a:chExt cx="529341" cy="1138559"/>
          </a:xfrm>
        </p:grpSpPr>
        <p:sp>
          <p:nvSpPr>
            <p:cNvPr id="22" name="Flowchart: Connector 90">
              <a:extLst>
                <a:ext uri="{FF2B5EF4-FFF2-40B4-BE49-F238E27FC236}">
                  <a16:creationId xmlns:a16="http://schemas.microsoft.com/office/drawing/2014/main" id="{5A37F7A2-5EA1-3523-5CFD-CB51ED7196ED}"/>
                </a:ext>
              </a:extLst>
            </p:cNvPr>
            <p:cNvSpPr/>
            <p:nvPr/>
          </p:nvSpPr>
          <p:spPr>
            <a:xfrm>
              <a:off x="2968570" y="4007214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Calibri"/>
                </a:rPr>
                <a:t>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7B695E3-7D94-98C5-949E-0EF141DF5B64}"/>
                </a:ext>
              </a:extLst>
            </p:cNvPr>
            <p:cNvCxnSpPr>
              <a:cxnSpLocks/>
              <a:stCxn id="11" idx="0"/>
              <a:endCxn id="22" idx="4"/>
            </p:cNvCxnSpPr>
            <p:nvPr/>
          </p:nvCxnSpPr>
          <p:spPr>
            <a:xfrm flipV="1">
              <a:off x="3229904" y="4466160"/>
              <a:ext cx="3337" cy="6796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F4C5A94-4FE5-56C5-4D28-A2E9680852B1}"/>
              </a:ext>
            </a:extLst>
          </p:cNvPr>
          <p:cNvCxnSpPr>
            <a:cxnSpLocks/>
          </p:cNvCxnSpPr>
          <p:nvPr/>
        </p:nvCxnSpPr>
        <p:spPr>
          <a:xfrm>
            <a:off x="2761690" y="3241970"/>
            <a:ext cx="0" cy="328797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Down Arrow 71">
            <a:extLst>
              <a:ext uri="{FF2B5EF4-FFF2-40B4-BE49-F238E27FC236}">
                <a16:creationId xmlns:a16="http://schemas.microsoft.com/office/drawing/2014/main" id="{52D4A782-32EC-2E9E-26D0-C95ECA75AEDF}"/>
              </a:ext>
            </a:extLst>
          </p:cNvPr>
          <p:cNvSpPr/>
          <p:nvPr/>
        </p:nvSpPr>
        <p:spPr>
          <a:xfrm rot="16200000">
            <a:off x="2442894" y="5460745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lowchart: Connector 61">
            <a:extLst>
              <a:ext uri="{FF2B5EF4-FFF2-40B4-BE49-F238E27FC236}">
                <a16:creationId xmlns:a16="http://schemas.microsoft.com/office/drawing/2014/main" id="{C81D9783-AF44-543C-7A87-B5BDDB3AEB4C}"/>
              </a:ext>
            </a:extLst>
          </p:cNvPr>
          <p:cNvSpPr/>
          <p:nvPr/>
        </p:nvSpPr>
        <p:spPr>
          <a:xfrm>
            <a:off x="766226" y="501970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5" name="Flowchart: Connector 62">
            <a:extLst>
              <a:ext uri="{FF2B5EF4-FFF2-40B4-BE49-F238E27FC236}">
                <a16:creationId xmlns:a16="http://schemas.microsoft.com/office/drawing/2014/main" id="{A1DB4EE6-2C2B-B6DE-F3B6-4D1602584D91}"/>
              </a:ext>
            </a:extLst>
          </p:cNvPr>
          <p:cNvSpPr/>
          <p:nvPr/>
        </p:nvSpPr>
        <p:spPr>
          <a:xfrm>
            <a:off x="759741" y="576055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53D99E-FF3C-D2AB-FA23-1BDF2356B0C8}"/>
              </a:ext>
            </a:extLst>
          </p:cNvPr>
          <p:cNvCxnSpPr>
            <a:stCxn id="5" idx="0"/>
            <a:endCxn id="3" idx="4"/>
          </p:cNvCxnSpPr>
          <p:nvPr/>
        </p:nvCxnSpPr>
        <p:spPr>
          <a:xfrm flipV="1">
            <a:off x="1024412" y="5478646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14" name="branch: commit 4">
            <a:extLst>
              <a:ext uri="{FF2B5EF4-FFF2-40B4-BE49-F238E27FC236}">
                <a16:creationId xmlns:a16="http://schemas.microsoft.com/office/drawing/2014/main" id="{D5963669-F4A2-09E4-5875-A2DE3EF0C6D2}"/>
              </a:ext>
            </a:extLst>
          </p:cNvPr>
          <p:cNvGrpSpPr/>
          <p:nvPr/>
        </p:nvGrpSpPr>
        <p:grpSpPr>
          <a:xfrm>
            <a:off x="755284" y="4185440"/>
            <a:ext cx="529341" cy="834260"/>
            <a:chOff x="2338635" y="4018315"/>
            <a:chExt cx="529341" cy="834260"/>
          </a:xfrm>
        </p:grpSpPr>
        <p:sp>
          <p:nvSpPr>
            <p:cNvPr id="18" name="Flowchart: Connector 65">
              <a:extLst>
                <a:ext uri="{FF2B5EF4-FFF2-40B4-BE49-F238E27FC236}">
                  <a16:creationId xmlns:a16="http://schemas.microsoft.com/office/drawing/2014/main" id="{2F247366-E88D-3723-13F9-D875A179B16F}"/>
                </a:ext>
              </a:extLst>
            </p:cNvPr>
            <p:cNvSpPr/>
            <p:nvPr/>
          </p:nvSpPr>
          <p:spPr>
            <a:xfrm>
              <a:off x="2338635" y="4018315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E9F6DD-67ED-B3FE-C1D9-9580F7E24DEC}"/>
                </a:ext>
              </a:extLst>
            </p:cNvPr>
            <p:cNvCxnSpPr>
              <a:stCxn id="3" idx="0"/>
              <a:endCxn id="18" idx="4"/>
            </p:cNvCxnSpPr>
            <p:nvPr/>
          </p:nvCxnSpPr>
          <p:spPr>
            <a:xfrm flipH="1" flipV="1">
              <a:off x="2603306" y="4477261"/>
              <a:ext cx="19106" cy="375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20" name="InSlideAnimateShapef6670a49-3898-4e8c-8403-b30b80627c4a">
            <a:extLst>
              <a:ext uri="{FF2B5EF4-FFF2-40B4-BE49-F238E27FC236}">
                <a16:creationId xmlns:a16="http://schemas.microsoft.com/office/drawing/2014/main" id="{68C79A36-D184-EC2B-810D-73F43007E302}"/>
              </a:ext>
            </a:extLst>
          </p:cNvPr>
          <p:cNvSpPr txBox="1">
            <a:spLocks/>
          </p:cNvSpPr>
          <p:nvPr/>
        </p:nvSpPr>
        <p:spPr>
          <a:xfrm flipH="1">
            <a:off x="1319346" y="4227376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26" name="InSlideAnimateShapec6668a60-df72-441d-a462-fbf247f668dd">
            <a:extLst>
              <a:ext uri="{FF2B5EF4-FFF2-40B4-BE49-F238E27FC236}">
                <a16:creationId xmlns:a16="http://schemas.microsoft.com/office/drawing/2014/main" id="{A345EFAE-9AC3-8F59-51A4-67F1C3105ADB}"/>
              </a:ext>
            </a:extLst>
          </p:cNvPr>
          <p:cNvSpPr txBox="1"/>
          <p:nvPr/>
        </p:nvSpPr>
        <p:spPr>
          <a:xfrm>
            <a:off x="2043267" y="3795691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sp>
        <p:nvSpPr>
          <p:cNvPr id="2" name="InSlideAnimateShape35e178af-dc40-47a5-bc21-4d0e6ab13a0b">
            <a:extLst>
              <a:ext uri="{FF2B5EF4-FFF2-40B4-BE49-F238E27FC236}">
                <a16:creationId xmlns:a16="http://schemas.microsoft.com/office/drawing/2014/main" id="{5D3F1A1C-7B4C-4980-227F-6A6375236E17}"/>
              </a:ext>
            </a:extLst>
          </p:cNvPr>
          <p:cNvSpPr txBox="1"/>
          <p:nvPr/>
        </p:nvSpPr>
        <p:spPr>
          <a:xfrm flipH="1">
            <a:off x="1333382" y="5057849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B76B0BDD-A527-E6B0-941B-30BEE11B02FF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5400000">
            <a:off x="1615891" y="4506133"/>
            <a:ext cx="1071751" cy="401013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InSlideAnimateShape35e178af-dc40-47a5-bc21-4d0e6ab13a0b">
            <a:extLst>
              <a:ext uri="{FF2B5EF4-FFF2-40B4-BE49-F238E27FC236}">
                <a16:creationId xmlns:a16="http://schemas.microsoft.com/office/drawing/2014/main" id="{27874C0F-2D19-13B1-D625-EAFBA9DEEF76}"/>
              </a:ext>
            </a:extLst>
          </p:cNvPr>
          <p:cNvSpPr txBox="1"/>
          <p:nvPr/>
        </p:nvSpPr>
        <p:spPr>
          <a:xfrm flipH="1">
            <a:off x="3551351" y="3871306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35" name="InSlideAnimateShape35e178af-dc40-47a5-bc21-4d0e6ab13a0b">
            <a:extLst>
              <a:ext uri="{FF2B5EF4-FFF2-40B4-BE49-F238E27FC236}">
                <a16:creationId xmlns:a16="http://schemas.microsoft.com/office/drawing/2014/main" id="{F55AEFA5-718D-AA60-21A6-F56A0E9BBE22}"/>
              </a:ext>
            </a:extLst>
          </p:cNvPr>
          <p:cNvSpPr txBox="1"/>
          <p:nvPr/>
        </p:nvSpPr>
        <p:spPr>
          <a:xfrm flipH="1">
            <a:off x="6079558" y="3893077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E61A3EF9-B316-9EBE-9EBC-B4ADBEAAAA35}"/>
              </a:ext>
            </a:extLst>
          </p:cNvPr>
          <p:cNvCxnSpPr>
            <a:cxnSpLocks/>
            <a:stCxn id="59" idx="1"/>
            <a:endCxn id="34" idx="1"/>
          </p:cNvCxnSpPr>
          <p:nvPr/>
        </p:nvCxnSpPr>
        <p:spPr>
          <a:xfrm rot="10800000">
            <a:off x="4169228" y="4055973"/>
            <a:ext cx="309648" cy="947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nSlideAnimateShapec6668a60-df72-441d-a462-fbf247f668dd">
            <a:extLst>
              <a:ext uri="{FF2B5EF4-FFF2-40B4-BE49-F238E27FC236}">
                <a16:creationId xmlns:a16="http://schemas.microsoft.com/office/drawing/2014/main" id="{66B07FCA-A90E-171C-7FB4-A1CF9240B6C0}"/>
              </a:ext>
            </a:extLst>
          </p:cNvPr>
          <p:cNvSpPr txBox="1"/>
          <p:nvPr/>
        </p:nvSpPr>
        <p:spPr>
          <a:xfrm>
            <a:off x="8125587" y="3923811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1FC570C5-37F3-7353-88F8-D1212108B803}"/>
              </a:ext>
            </a:extLst>
          </p:cNvPr>
          <p:cNvCxnSpPr>
            <a:cxnSpLocks/>
            <a:stCxn id="39" idx="1"/>
            <a:endCxn id="13" idx="1"/>
          </p:cNvCxnSpPr>
          <p:nvPr/>
        </p:nvCxnSpPr>
        <p:spPr>
          <a:xfrm rot="10800000">
            <a:off x="7878271" y="3524760"/>
            <a:ext cx="247316" cy="58658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063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3906-1A7F-2E19-BCA5-5771AB000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merge commit">
            <a:extLst>
              <a:ext uri="{FF2B5EF4-FFF2-40B4-BE49-F238E27FC236}">
                <a16:creationId xmlns:a16="http://schemas.microsoft.com/office/drawing/2014/main" id="{BE490A93-370C-C4BB-E64B-8B51BA32166C}"/>
              </a:ext>
            </a:extLst>
          </p:cNvPr>
          <p:cNvGrpSpPr/>
          <p:nvPr/>
        </p:nvGrpSpPr>
        <p:grpSpPr>
          <a:xfrm>
            <a:off x="6566204" y="2791669"/>
            <a:ext cx="529341" cy="997371"/>
            <a:chOff x="2350326" y="2373123"/>
            <a:chExt cx="529341" cy="997371"/>
          </a:xfrm>
        </p:grpSpPr>
        <p:sp>
          <p:nvSpPr>
            <p:cNvPr id="19" name="Flowchart: Connector 136">
              <a:extLst>
                <a:ext uri="{FF2B5EF4-FFF2-40B4-BE49-F238E27FC236}">
                  <a16:creationId xmlns:a16="http://schemas.microsoft.com/office/drawing/2014/main" id="{B74568C1-B8DA-4768-DF33-3F0C4CDC206D}"/>
                </a:ext>
              </a:extLst>
            </p:cNvPr>
            <p:cNvSpPr/>
            <p:nvPr/>
          </p:nvSpPr>
          <p:spPr>
            <a:xfrm>
              <a:off x="2350326" y="2373123"/>
              <a:ext cx="529341" cy="458946"/>
            </a:xfrm>
            <a:prstGeom prst="flowChartConnector">
              <a:avLst/>
            </a:prstGeom>
            <a:pattFill prst="dkVert">
              <a:fgClr>
                <a:srgbClr val="0070C0"/>
              </a:fgClr>
              <a:bgClr>
                <a:schemeClr val="accent6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f</a:t>
              </a:r>
            </a:p>
          </p:txBody>
        </p:sp>
        <p:cxnSp>
          <p:nvCxnSpPr>
            <p:cNvPr id="20" name="Straight Connector 137">
              <a:extLst>
                <a:ext uri="{FF2B5EF4-FFF2-40B4-BE49-F238E27FC236}">
                  <a16:creationId xmlns:a16="http://schemas.microsoft.com/office/drawing/2014/main" id="{65B1DE1C-6D2C-1E3A-30B4-49274964C239}"/>
                </a:ext>
              </a:extLst>
            </p:cNvPr>
            <p:cNvCxnSpPr>
              <a:stCxn id="103" idx="0"/>
              <a:endCxn id="19" idx="4"/>
            </p:cNvCxnSpPr>
            <p:nvPr/>
          </p:nvCxnSpPr>
          <p:spPr>
            <a:xfrm flipH="1" flipV="1">
              <a:off x="2614997" y="2832069"/>
              <a:ext cx="1" cy="5384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94" name="Flowchart: Connector 93">
            <a:extLst>
              <a:ext uri="{FF2B5EF4-FFF2-40B4-BE49-F238E27FC236}">
                <a16:creationId xmlns:a16="http://schemas.microsoft.com/office/drawing/2014/main" id="{3971D5D7-BA1F-45A4-D08C-1C53BDE36345}"/>
              </a:ext>
            </a:extLst>
          </p:cNvPr>
          <p:cNvSpPr/>
          <p:nvPr/>
        </p:nvSpPr>
        <p:spPr>
          <a:xfrm>
            <a:off x="6556439" y="503972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95" name="Flowchart: Connector 94">
            <a:extLst>
              <a:ext uri="{FF2B5EF4-FFF2-40B4-BE49-F238E27FC236}">
                <a16:creationId xmlns:a16="http://schemas.microsoft.com/office/drawing/2014/main" id="{C33E432E-0979-46FD-D8B8-682191E53FAD}"/>
              </a:ext>
            </a:extLst>
          </p:cNvPr>
          <p:cNvSpPr/>
          <p:nvPr/>
        </p:nvSpPr>
        <p:spPr>
          <a:xfrm>
            <a:off x="6549954" y="578057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11C9C5F-1352-DD5B-A253-8550AEAB6D19}"/>
              </a:ext>
            </a:extLst>
          </p:cNvPr>
          <p:cNvCxnSpPr>
            <a:stCxn id="95" idx="0"/>
            <a:endCxn id="94" idx="4"/>
          </p:cNvCxnSpPr>
          <p:nvPr/>
        </p:nvCxnSpPr>
        <p:spPr>
          <a:xfrm flipV="1">
            <a:off x="6814625" y="5498666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grpSp>
        <p:nvGrpSpPr>
          <p:cNvPr id="97" name="branch: commit 3">
            <a:extLst>
              <a:ext uri="{FF2B5EF4-FFF2-40B4-BE49-F238E27FC236}">
                <a16:creationId xmlns:a16="http://schemas.microsoft.com/office/drawing/2014/main" id="{5190A890-3CCC-3B41-6A9F-D5F978A4087C}"/>
              </a:ext>
            </a:extLst>
          </p:cNvPr>
          <p:cNvGrpSpPr/>
          <p:nvPr/>
        </p:nvGrpSpPr>
        <p:grpSpPr>
          <a:xfrm>
            <a:off x="7008260" y="4431988"/>
            <a:ext cx="705490" cy="674943"/>
            <a:chOff x="3119841" y="4177959"/>
            <a:chExt cx="705490" cy="674943"/>
          </a:xfrm>
        </p:grpSpPr>
        <p:sp>
          <p:nvSpPr>
            <p:cNvPr id="98" name="Flowchart: Connector 97">
              <a:extLst>
                <a:ext uri="{FF2B5EF4-FFF2-40B4-BE49-F238E27FC236}">
                  <a16:creationId xmlns:a16="http://schemas.microsoft.com/office/drawing/2014/main" id="{94DF951C-DD94-419F-CE81-B38B3BF1F84B}"/>
                </a:ext>
              </a:extLst>
            </p:cNvPr>
            <p:cNvSpPr/>
            <p:nvPr/>
          </p:nvSpPr>
          <p:spPr>
            <a:xfrm>
              <a:off x="3295990" y="4177959"/>
              <a:ext cx="529341" cy="458946"/>
            </a:xfrm>
            <a:prstGeom prst="flowChartConnector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</a:t>
              </a:r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7E30ED6-D23F-7011-892E-B24DD7DBFE64}"/>
                </a:ext>
              </a:extLst>
            </p:cNvPr>
            <p:cNvCxnSpPr>
              <a:stCxn id="94" idx="7"/>
              <a:endCxn id="98" idx="3"/>
            </p:cNvCxnSpPr>
            <p:nvPr/>
          </p:nvCxnSpPr>
          <p:spPr>
            <a:xfrm flipV="1">
              <a:off x="3119841" y="4569694"/>
              <a:ext cx="253669" cy="2832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</p:cxnSp>
      </p:grpSp>
      <p:sp>
        <p:nvSpPr>
          <p:cNvPr id="100" name="InSlideAnimateShapef6670a49-3898-4e8c-8403-b30b80627c4a">
            <a:extLst>
              <a:ext uri="{FF2B5EF4-FFF2-40B4-BE49-F238E27FC236}">
                <a16:creationId xmlns:a16="http://schemas.microsoft.com/office/drawing/2014/main" id="{B6B1420D-ED81-924B-246A-CBF4A12B8330}"/>
              </a:ext>
            </a:extLst>
          </p:cNvPr>
          <p:cNvSpPr txBox="1">
            <a:spLocks/>
          </p:cNvSpPr>
          <p:nvPr/>
        </p:nvSpPr>
        <p:spPr>
          <a:xfrm flipH="1">
            <a:off x="7777835" y="3347451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103" name="Flowchart: Connector 102">
            <a:extLst>
              <a:ext uri="{FF2B5EF4-FFF2-40B4-BE49-F238E27FC236}">
                <a16:creationId xmlns:a16="http://schemas.microsoft.com/office/drawing/2014/main" id="{0E713331-4708-5B10-9368-CB525D124500}"/>
              </a:ext>
            </a:extLst>
          </p:cNvPr>
          <p:cNvSpPr/>
          <p:nvPr/>
        </p:nvSpPr>
        <p:spPr>
          <a:xfrm>
            <a:off x="6566205" y="378904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6DBAB32-99A4-616E-8F63-3DE71E58041B}"/>
              </a:ext>
            </a:extLst>
          </p:cNvPr>
          <p:cNvCxnSpPr>
            <a:stCxn id="94" idx="0"/>
            <a:endCxn id="103" idx="4"/>
          </p:cNvCxnSpPr>
          <p:nvPr/>
        </p:nvCxnSpPr>
        <p:spPr>
          <a:xfrm flipV="1">
            <a:off x="6821110" y="4247986"/>
            <a:ext cx="9766" cy="791734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06" name="Flowchart: Connector 105">
            <a:extLst>
              <a:ext uri="{FF2B5EF4-FFF2-40B4-BE49-F238E27FC236}">
                <a16:creationId xmlns:a16="http://schemas.microsoft.com/office/drawing/2014/main" id="{6E049DE0-BD77-4AD1-4458-500DEC604253}"/>
              </a:ext>
            </a:extLst>
          </p:cNvPr>
          <p:cNvSpPr/>
          <p:nvPr/>
        </p:nvSpPr>
        <p:spPr>
          <a:xfrm>
            <a:off x="7195673" y="3302064"/>
            <a:ext cx="529341" cy="458946"/>
          </a:xfrm>
          <a:prstGeom prst="flowChartConnector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Calibri"/>
              </a:rPr>
              <a:t>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69C23A5-2D93-0236-D39A-E603B17E01C4}"/>
              </a:ext>
            </a:extLst>
          </p:cNvPr>
          <p:cNvCxnSpPr>
            <a:cxnSpLocks/>
            <a:stCxn id="98" idx="0"/>
            <a:endCxn id="106" idx="4"/>
          </p:cNvCxnSpPr>
          <p:nvPr/>
        </p:nvCxnSpPr>
        <p:spPr>
          <a:xfrm flipV="1">
            <a:off x="7449080" y="3761010"/>
            <a:ext cx="11264" cy="670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59156B39-3FAF-098E-3CC6-515F00359601}"/>
              </a:ext>
            </a:extLst>
          </p:cNvPr>
          <p:cNvCxnSpPr>
            <a:stCxn id="19" idx="5"/>
            <a:endCxn id="106" idx="1"/>
          </p:cNvCxnSpPr>
          <p:nvPr/>
        </p:nvCxnSpPr>
        <p:spPr>
          <a:xfrm>
            <a:off x="7018025" y="3183404"/>
            <a:ext cx="255168" cy="1858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F5806C-A5FB-A00A-F201-1ACB54A0F606}"/>
              </a:ext>
            </a:extLst>
          </p:cNvPr>
          <p:cNvCxnSpPr/>
          <p:nvPr/>
        </p:nvCxnSpPr>
        <p:spPr>
          <a:xfrm>
            <a:off x="6193140" y="2725663"/>
            <a:ext cx="0" cy="3808713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Down Arrow 71">
            <a:extLst>
              <a:ext uri="{FF2B5EF4-FFF2-40B4-BE49-F238E27FC236}">
                <a16:creationId xmlns:a16="http://schemas.microsoft.com/office/drawing/2014/main" id="{7D44EC1A-D345-127F-791B-1EBBB673E68D}"/>
              </a:ext>
            </a:extLst>
          </p:cNvPr>
          <p:cNvSpPr/>
          <p:nvPr/>
        </p:nvSpPr>
        <p:spPr>
          <a:xfrm rot="16200000">
            <a:off x="5895953" y="5449945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lowchart: Connector 73">
            <a:extLst>
              <a:ext uri="{FF2B5EF4-FFF2-40B4-BE49-F238E27FC236}">
                <a16:creationId xmlns:a16="http://schemas.microsoft.com/office/drawing/2014/main" id="{B81AF0CD-4AAD-8044-13F5-5EB690A8C8ED}"/>
              </a:ext>
            </a:extLst>
          </p:cNvPr>
          <p:cNvSpPr/>
          <p:nvPr/>
        </p:nvSpPr>
        <p:spPr>
          <a:xfrm>
            <a:off x="3422845" y="5032363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3" name="Flowchart: Connector 74">
            <a:extLst>
              <a:ext uri="{FF2B5EF4-FFF2-40B4-BE49-F238E27FC236}">
                <a16:creationId xmlns:a16="http://schemas.microsoft.com/office/drawing/2014/main" id="{86B19B26-E5A3-C29E-DE18-70C6C08FF998}"/>
              </a:ext>
            </a:extLst>
          </p:cNvPr>
          <p:cNvSpPr/>
          <p:nvPr/>
        </p:nvSpPr>
        <p:spPr>
          <a:xfrm>
            <a:off x="3416360" y="5773220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830C82-7D87-57D9-20D1-8F8B910F96A5}"/>
              </a:ext>
            </a:extLst>
          </p:cNvPr>
          <p:cNvCxnSpPr>
            <a:stCxn id="3" idx="0"/>
            <a:endCxn id="2" idx="4"/>
          </p:cNvCxnSpPr>
          <p:nvPr/>
        </p:nvCxnSpPr>
        <p:spPr>
          <a:xfrm flipV="1">
            <a:off x="3681031" y="5491309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6" name="Flowchart: Connector 79">
            <a:extLst>
              <a:ext uri="{FF2B5EF4-FFF2-40B4-BE49-F238E27FC236}">
                <a16:creationId xmlns:a16="http://schemas.microsoft.com/office/drawing/2014/main" id="{31C3AD07-BA92-5F26-B876-DE7A31C46D23}"/>
              </a:ext>
            </a:extLst>
          </p:cNvPr>
          <p:cNvSpPr/>
          <p:nvPr/>
        </p:nvSpPr>
        <p:spPr>
          <a:xfrm>
            <a:off x="4050815" y="4424631"/>
            <a:ext cx="529341" cy="458946"/>
          </a:xfrm>
          <a:prstGeom prst="flowChartConnector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CE72A6-C7CF-FF5B-27C0-AEB241A79288}"/>
              </a:ext>
            </a:extLst>
          </p:cNvPr>
          <p:cNvCxnSpPr>
            <a:stCxn id="2" idx="7"/>
            <a:endCxn id="6" idx="3"/>
          </p:cNvCxnSpPr>
          <p:nvPr/>
        </p:nvCxnSpPr>
        <p:spPr>
          <a:xfrm flipV="1">
            <a:off x="3874666" y="4816366"/>
            <a:ext cx="253669" cy="2832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8" name="InSlideAnimateShapef6670a49-3898-4e8c-8403-b30b80627c4a">
            <a:extLst>
              <a:ext uri="{FF2B5EF4-FFF2-40B4-BE49-F238E27FC236}">
                <a16:creationId xmlns:a16="http://schemas.microsoft.com/office/drawing/2014/main" id="{1AF5A888-16DA-F978-D621-58F0614BB5DF}"/>
              </a:ext>
            </a:extLst>
          </p:cNvPr>
          <p:cNvSpPr txBox="1">
            <a:spLocks/>
          </p:cNvSpPr>
          <p:nvPr/>
        </p:nvSpPr>
        <p:spPr>
          <a:xfrm flipH="1">
            <a:off x="4701390" y="3340094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10" name="Flowchart: Connector 85">
            <a:extLst>
              <a:ext uri="{FF2B5EF4-FFF2-40B4-BE49-F238E27FC236}">
                <a16:creationId xmlns:a16="http://schemas.microsoft.com/office/drawing/2014/main" id="{F7C2298C-F0A9-8848-2E93-BBCA19601211}"/>
              </a:ext>
            </a:extLst>
          </p:cNvPr>
          <p:cNvSpPr/>
          <p:nvPr/>
        </p:nvSpPr>
        <p:spPr>
          <a:xfrm>
            <a:off x="3432611" y="3871297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FE5631-B4D2-403B-EFBA-2E53BC28EC7D}"/>
              </a:ext>
            </a:extLst>
          </p:cNvPr>
          <p:cNvCxnSpPr>
            <a:stCxn id="2" idx="0"/>
            <a:endCxn id="10" idx="4"/>
          </p:cNvCxnSpPr>
          <p:nvPr/>
        </p:nvCxnSpPr>
        <p:spPr>
          <a:xfrm flipV="1">
            <a:off x="3687516" y="4330243"/>
            <a:ext cx="9766" cy="702120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3" name="Flowchart: Connector 90">
            <a:extLst>
              <a:ext uri="{FF2B5EF4-FFF2-40B4-BE49-F238E27FC236}">
                <a16:creationId xmlns:a16="http://schemas.microsoft.com/office/drawing/2014/main" id="{E662F8FB-57E8-91E9-DB84-8E7B9CC7AB0A}"/>
              </a:ext>
            </a:extLst>
          </p:cNvPr>
          <p:cNvSpPr/>
          <p:nvPr/>
        </p:nvSpPr>
        <p:spPr>
          <a:xfrm>
            <a:off x="4037587" y="3294707"/>
            <a:ext cx="529341" cy="458946"/>
          </a:xfrm>
          <a:prstGeom prst="flowChartConnector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Calibri"/>
              </a:rPr>
              <a:t>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63E76DC-D874-B6A3-6879-CCE8071A89E5}"/>
              </a:ext>
            </a:extLst>
          </p:cNvPr>
          <p:cNvCxnSpPr>
            <a:cxnSpLocks/>
            <a:stCxn id="6" idx="0"/>
            <a:endCxn id="13" idx="4"/>
          </p:cNvCxnSpPr>
          <p:nvPr/>
        </p:nvCxnSpPr>
        <p:spPr>
          <a:xfrm flipH="1" flipV="1">
            <a:off x="4302258" y="3753653"/>
            <a:ext cx="13228" cy="670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78DDEE9-620C-3233-BE47-872CF25B0EFF}"/>
              </a:ext>
            </a:extLst>
          </p:cNvPr>
          <p:cNvCxnSpPr>
            <a:cxnSpLocks/>
          </p:cNvCxnSpPr>
          <p:nvPr/>
        </p:nvCxnSpPr>
        <p:spPr>
          <a:xfrm>
            <a:off x="3152177" y="2767693"/>
            <a:ext cx="0" cy="37358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71">
            <a:extLst>
              <a:ext uri="{FF2B5EF4-FFF2-40B4-BE49-F238E27FC236}">
                <a16:creationId xmlns:a16="http://schemas.microsoft.com/office/drawing/2014/main" id="{20160534-3758-A7D1-9FC0-C2CB0884B9FC}"/>
              </a:ext>
            </a:extLst>
          </p:cNvPr>
          <p:cNvSpPr/>
          <p:nvPr/>
        </p:nvSpPr>
        <p:spPr>
          <a:xfrm rot="16200000">
            <a:off x="2854990" y="5419063"/>
            <a:ext cx="432048" cy="391906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Connector 73">
            <a:extLst>
              <a:ext uri="{FF2B5EF4-FFF2-40B4-BE49-F238E27FC236}">
                <a16:creationId xmlns:a16="http://schemas.microsoft.com/office/drawing/2014/main" id="{D7316534-7FF8-05CA-55F2-D2E025F8B9EA}"/>
              </a:ext>
            </a:extLst>
          </p:cNvPr>
          <p:cNvSpPr/>
          <p:nvPr/>
        </p:nvSpPr>
        <p:spPr>
          <a:xfrm>
            <a:off x="381882" y="5001481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44" name="Flowchart: Connector 74">
            <a:extLst>
              <a:ext uri="{FF2B5EF4-FFF2-40B4-BE49-F238E27FC236}">
                <a16:creationId xmlns:a16="http://schemas.microsoft.com/office/drawing/2014/main" id="{DC873CDE-C70B-21FE-165B-2D626736D11F}"/>
              </a:ext>
            </a:extLst>
          </p:cNvPr>
          <p:cNvSpPr/>
          <p:nvPr/>
        </p:nvSpPr>
        <p:spPr>
          <a:xfrm>
            <a:off x="375397" y="5742338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A0D61AE-6FFE-561C-BB31-82F0243C08F0}"/>
              </a:ext>
            </a:extLst>
          </p:cNvPr>
          <p:cNvCxnSpPr>
            <a:stCxn id="44" idx="0"/>
            <a:endCxn id="42" idx="4"/>
          </p:cNvCxnSpPr>
          <p:nvPr/>
        </p:nvCxnSpPr>
        <p:spPr>
          <a:xfrm flipV="1">
            <a:off x="640068" y="5460427"/>
            <a:ext cx="6485" cy="281911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62" name="Flowchart: Connector 79">
            <a:extLst>
              <a:ext uri="{FF2B5EF4-FFF2-40B4-BE49-F238E27FC236}">
                <a16:creationId xmlns:a16="http://schemas.microsoft.com/office/drawing/2014/main" id="{23BC6DF0-E87B-51D4-567F-BB6A4384D207}"/>
              </a:ext>
            </a:extLst>
          </p:cNvPr>
          <p:cNvSpPr/>
          <p:nvPr/>
        </p:nvSpPr>
        <p:spPr>
          <a:xfrm>
            <a:off x="1009852" y="4393749"/>
            <a:ext cx="529341" cy="458946"/>
          </a:xfrm>
          <a:prstGeom prst="flowChartConnector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D2B3E83-939B-AFE8-F520-A1EA83371EF2}"/>
              </a:ext>
            </a:extLst>
          </p:cNvPr>
          <p:cNvCxnSpPr>
            <a:stCxn id="42" idx="7"/>
            <a:endCxn id="62" idx="3"/>
          </p:cNvCxnSpPr>
          <p:nvPr/>
        </p:nvCxnSpPr>
        <p:spPr>
          <a:xfrm flipV="1">
            <a:off x="833703" y="4785484"/>
            <a:ext cx="253669" cy="2832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50" name="InSlideAnimateShapef6670a49-3898-4e8c-8403-b30b80627c4a">
            <a:extLst>
              <a:ext uri="{FF2B5EF4-FFF2-40B4-BE49-F238E27FC236}">
                <a16:creationId xmlns:a16="http://schemas.microsoft.com/office/drawing/2014/main" id="{DCA3980E-B176-D16E-6C0F-66E0644D76D4}"/>
              </a:ext>
            </a:extLst>
          </p:cNvPr>
          <p:cNvSpPr txBox="1">
            <a:spLocks/>
          </p:cNvSpPr>
          <p:nvPr/>
        </p:nvSpPr>
        <p:spPr>
          <a:xfrm flipH="1">
            <a:off x="1660427" y="3309212"/>
            <a:ext cx="607226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fix1</a:t>
            </a:r>
          </a:p>
        </p:txBody>
      </p:sp>
      <p:sp>
        <p:nvSpPr>
          <p:cNvPr id="51" name="InSlideAnimateShapec6668a60-df72-441d-a462-fbf247f668dd">
            <a:extLst>
              <a:ext uri="{FF2B5EF4-FFF2-40B4-BE49-F238E27FC236}">
                <a16:creationId xmlns:a16="http://schemas.microsoft.com/office/drawing/2014/main" id="{DE5049E5-6984-FDAA-30BC-904229237B5B}"/>
              </a:ext>
            </a:extLst>
          </p:cNvPr>
          <p:cNvSpPr txBox="1"/>
          <p:nvPr/>
        </p:nvSpPr>
        <p:spPr>
          <a:xfrm>
            <a:off x="2477389" y="3613523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sp>
        <p:nvSpPr>
          <p:cNvPr id="52" name="Flowchart: Connector 85">
            <a:extLst>
              <a:ext uri="{FF2B5EF4-FFF2-40B4-BE49-F238E27FC236}">
                <a16:creationId xmlns:a16="http://schemas.microsoft.com/office/drawing/2014/main" id="{CE34D768-DB69-2418-320F-3E4F1016FA5B}"/>
              </a:ext>
            </a:extLst>
          </p:cNvPr>
          <p:cNvSpPr/>
          <p:nvPr/>
        </p:nvSpPr>
        <p:spPr>
          <a:xfrm>
            <a:off x="391648" y="3840415"/>
            <a:ext cx="529341" cy="458946"/>
          </a:xfrm>
          <a:prstGeom prst="flowChartConnector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067525A-E9F1-548F-FD33-EF2E06C4875E}"/>
              </a:ext>
            </a:extLst>
          </p:cNvPr>
          <p:cNvCxnSpPr>
            <a:stCxn id="42" idx="0"/>
            <a:endCxn id="52" idx="4"/>
          </p:cNvCxnSpPr>
          <p:nvPr/>
        </p:nvCxnSpPr>
        <p:spPr>
          <a:xfrm flipV="1">
            <a:off x="646553" y="4299361"/>
            <a:ext cx="9766" cy="702120"/>
          </a:xfrm>
          <a:prstGeom prst="lin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57" name="Flowchart: Connector 90">
            <a:extLst>
              <a:ext uri="{FF2B5EF4-FFF2-40B4-BE49-F238E27FC236}">
                <a16:creationId xmlns:a16="http://schemas.microsoft.com/office/drawing/2014/main" id="{6010D251-9551-1768-4055-A037203B894C}"/>
              </a:ext>
            </a:extLst>
          </p:cNvPr>
          <p:cNvSpPr/>
          <p:nvPr/>
        </p:nvSpPr>
        <p:spPr>
          <a:xfrm>
            <a:off x="1004788" y="3263825"/>
            <a:ext cx="529341" cy="458946"/>
          </a:xfrm>
          <a:prstGeom prst="flowChartConnector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Calibri"/>
              </a:rPr>
              <a:t>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B567AF0-529F-0ADB-70AE-10A8411FF5A3}"/>
              </a:ext>
            </a:extLst>
          </p:cNvPr>
          <p:cNvCxnSpPr>
            <a:cxnSpLocks/>
            <a:stCxn id="62" idx="0"/>
            <a:endCxn id="57" idx="4"/>
          </p:cNvCxnSpPr>
          <p:nvPr/>
        </p:nvCxnSpPr>
        <p:spPr>
          <a:xfrm flipH="1" flipV="1">
            <a:off x="1269459" y="3722771"/>
            <a:ext cx="5064" cy="670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5" name="InSlideAnimateShape35e178af-dc40-47a5-bc21-4d0e6ab13a0b">
            <a:extLst>
              <a:ext uri="{FF2B5EF4-FFF2-40B4-BE49-F238E27FC236}">
                <a16:creationId xmlns:a16="http://schemas.microsoft.com/office/drawing/2014/main" id="{A94556DC-C709-A07F-ED53-EF59AA7C91BD}"/>
              </a:ext>
            </a:extLst>
          </p:cNvPr>
          <p:cNvSpPr txBox="1"/>
          <p:nvPr/>
        </p:nvSpPr>
        <p:spPr>
          <a:xfrm flipH="1">
            <a:off x="1635460" y="3874027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27" name="InSlideAnimateShape35e178af-dc40-47a5-bc21-4d0e6ab13a0b">
            <a:extLst>
              <a:ext uri="{FF2B5EF4-FFF2-40B4-BE49-F238E27FC236}">
                <a16:creationId xmlns:a16="http://schemas.microsoft.com/office/drawing/2014/main" id="{D81508B6-C91F-148B-5EA3-7A511A375A0C}"/>
              </a:ext>
            </a:extLst>
          </p:cNvPr>
          <p:cNvSpPr txBox="1"/>
          <p:nvPr/>
        </p:nvSpPr>
        <p:spPr>
          <a:xfrm flipH="1">
            <a:off x="4678017" y="3928455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sp>
        <p:nvSpPr>
          <p:cNvPr id="28" name="InSlideAnimateShape35e178af-dc40-47a5-bc21-4d0e6ab13a0b">
            <a:extLst>
              <a:ext uri="{FF2B5EF4-FFF2-40B4-BE49-F238E27FC236}">
                <a16:creationId xmlns:a16="http://schemas.microsoft.com/office/drawing/2014/main" id="{6CDAC895-E289-A723-2801-B9DCE7E32AFC}"/>
              </a:ext>
            </a:extLst>
          </p:cNvPr>
          <p:cNvSpPr txBox="1"/>
          <p:nvPr/>
        </p:nvSpPr>
        <p:spPr>
          <a:xfrm flipH="1">
            <a:off x="7140910" y="2774569"/>
            <a:ext cx="617877" cy="369332"/>
          </a:xfrm>
          <a:prstGeom prst="rightArrow">
            <a:avLst>
              <a:gd name="adj1" fmla="val 100000"/>
              <a:gd name="adj2" fmla="val 2293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60000"/>
                    <a:lumOff val="4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main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99561A34-4E59-7EA1-3E51-CBBCF2FD74F4}"/>
              </a:ext>
            </a:extLst>
          </p:cNvPr>
          <p:cNvCxnSpPr>
            <a:cxnSpLocks/>
            <a:stCxn id="51" idx="1"/>
            <a:endCxn id="50" idx="1"/>
          </p:cNvCxnSpPr>
          <p:nvPr/>
        </p:nvCxnSpPr>
        <p:spPr>
          <a:xfrm rot="10800000">
            <a:off x="2267653" y="3493878"/>
            <a:ext cx="209736" cy="30718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SlideAnimateShapec6668a60-df72-441d-a462-fbf247f668dd">
            <a:extLst>
              <a:ext uri="{FF2B5EF4-FFF2-40B4-BE49-F238E27FC236}">
                <a16:creationId xmlns:a16="http://schemas.microsoft.com/office/drawing/2014/main" id="{E5BBBEE8-327A-6A5A-6D84-A2332002D3D3}"/>
              </a:ext>
            </a:extLst>
          </p:cNvPr>
          <p:cNvSpPr txBox="1"/>
          <p:nvPr/>
        </p:nvSpPr>
        <p:spPr>
          <a:xfrm>
            <a:off x="5470960" y="3635295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11340B7A-5286-D8E7-7D52-6134CE0FC611}"/>
              </a:ext>
            </a:extLst>
          </p:cNvPr>
          <p:cNvCxnSpPr>
            <a:cxnSpLocks/>
            <a:stCxn id="32" idx="1"/>
            <a:endCxn id="27" idx="1"/>
          </p:cNvCxnSpPr>
          <p:nvPr/>
        </p:nvCxnSpPr>
        <p:spPr>
          <a:xfrm rot="10800000" flipV="1">
            <a:off x="5295894" y="3822831"/>
            <a:ext cx="175066" cy="29028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nSlideAnimateShapec6668a60-df72-441d-a462-fbf247f668dd">
            <a:extLst>
              <a:ext uri="{FF2B5EF4-FFF2-40B4-BE49-F238E27FC236}">
                <a16:creationId xmlns:a16="http://schemas.microsoft.com/office/drawing/2014/main" id="{85597368-3EC8-186F-2196-6BE7E3C275A4}"/>
              </a:ext>
            </a:extLst>
          </p:cNvPr>
          <p:cNvSpPr txBox="1"/>
          <p:nvPr/>
        </p:nvSpPr>
        <p:spPr>
          <a:xfrm>
            <a:off x="8064482" y="2910251"/>
            <a:ext cx="618009" cy="375073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HEAD</a:t>
            </a:r>
          </a:p>
        </p:txBody>
      </p: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9548358E-C5A6-E484-A021-E9DA5F6E3D40}"/>
              </a:ext>
            </a:extLst>
          </p:cNvPr>
          <p:cNvCxnSpPr>
            <a:cxnSpLocks/>
            <a:stCxn id="36" idx="1"/>
            <a:endCxn id="28" idx="1"/>
          </p:cNvCxnSpPr>
          <p:nvPr/>
        </p:nvCxnSpPr>
        <p:spPr>
          <a:xfrm rot="10800000">
            <a:off x="7758788" y="2959236"/>
            <a:ext cx="305695" cy="138553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2366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13728</TotalTime>
  <Words>67</Words>
  <Application>Microsoft Macintosh PowerPoint</Application>
  <PresentationFormat>On-screen Show (4:3)</PresentationFormat>
  <Paragraphs>67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Rebekah Low</dc:creator>
  <cp:lastModifiedBy>Damith Chatura Rajapakse</cp:lastModifiedBy>
  <cp:revision>39</cp:revision>
  <dcterms:created xsi:type="dcterms:W3CDTF">2017-07-14T04:39:44Z</dcterms:created>
  <dcterms:modified xsi:type="dcterms:W3CDTF">2026-01-08T18:39:09Z</dcterms:modified>
</cp:coreProperties>
</file>