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0"/>
    <p:restoredTop sz="94699"/>
  </p:normalViewPr>
  <p:slideViewPr>
    <p:cSldViewPr snapToGrid="0">
      <p:cViewPr varScale="1">
        <p:scale>
          <a:sx n="156" d="100"/>
          <a:sy n="156" d="100"/>
        </p:scale>
        <p:origin x="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7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0 322 9044,'29'-61'156,"-1"-1"1,1 1 0,-3 12-84,-11 32-56,11-9-17,-5 11 11,-1 1 28,3 2 12,5 8-46,-5 6 51,2 1-28,-9 16 56,-6 2-67,1 9 0,-5-3 22,-2-2-22,-3 3-6,1-5 6,-2 8 11,1 5-11,-1-7 22,0 20-11,0-17 168,-2 48-134,2-26 5,-1-2 0,0-2-17,1 3 40,7 33-3471,-3-50 3398,6 18 28,13 6-51,12-1-2257,-2 1 2263,4-15-44,10-13 77,42-2 2081,-21-3-2100,-14-15 0,-3-5 3,-15-4-3,19 0 0,3 1 2907,-8-2-2915,8 2 0,-2-1-3184,-17 0 3178,11 2 11,-15-1 154,18 1-165,1 3 28,40 12-17,-38-5-1098,-2 5 0,-4 3 1093,-16-3-1277,45 38 1305,-54-32 1561,30 41-1578,-34-35 11,11 21 51,-2 20 7,-12-12 1,0 2-59,-2-15 0,0 1 45,0 21 0,-2-7 2290,-6-24-2150,8 20 0,2 1-151,-2-12-145,2 3 0,1-5 105,-4-21 62,59 30-66,-38-32-4,12 2 0,0-5-3,-12-16 17,45-1 0,2-8-23,-33 2 1,0-1 3287,33-7-3288,-15 1 1,-3 1-11,-6 2 7,24-1 1,-2 3 14,-29 4 14,21 7 0,-1 1-9,-27 2 42,11 6 1,-3 2 323,-23 0 15,39 39-297,-43-29-3190,30 46 3163,-36-41-1057,4 11 1,0 2 1027,-3-7-385,7 15 1,1-1 396,-6-14-605,9 15 1,1-1 570,-6-15 5,6 8 1,1-1-6,-6-12 1248,40 39-1253,-24-30-40,-3-5 0,0-1 862,7 6-769,20 12 0,0-2-48,-15-11 433,21 13 0,-2-1-456,-27-20 20,14 10 1,1 2 2,-13-7 39,12 8 0,-1 1 1,-15-11 41,15 13 0,0 2-182,-11-8 168,17 17 0,0 2 1010,-18-15-1046,9 9 0,-1 1-25,-11-14-6,22 22-3,-24-26 0,2 0-3,5 3 1,4 0-7,4 5 1,3-1 0,8 1 0,-3-6 3152,3-4-3141,14-5 0,0-4-861,-14-9 833,10 1 0,-2-3 212,-20-7-207,27 4 1,3 0 89,-10 1-94,-8 1 1,12 4 0,-14-1 4,-1 6-4,10 12 1,-5 5 9,-25-1 38,-1 28 0,-6 7-643,-17-5 786,-7 21 0,-6 4-14,-14-1-92,0-31 0,-2 4 229,-11 24 1,-3 6-207,8-22 0,0 4 0,1-3-358,-1-10 0,1-1 1,1 0 234,2 8 0,3 1 0,6-17-10,12-12-1259,28-1 0,9-5 1271,3-10 5,16-4 0,3-6-77,-4-16 69,28-8 0,6-3-3,0-2-99,-14 0 0,9-3 86,-27 2 0,1-2 0,2 1 17,5 2 0,2 1 0,2-1-53,9-2 0,3 0 0,-1 3 64,2 3 0,0 2 0,-11 3 5,-19 2 0,-2 5 0,14 10 1,7 8 0,-13-2 1,12 14 8,-19-3 0,8 7 1,-12-3 8,-4 11 6,-6 3 0,7 11 0,-8-7-11,8 16-6,-11-12 0,7 11 0,-8-11-11,1 6 18,2 5 1,9 16 0,-7-12-13,-18-30 0,-2 0-10,11 16 0,4 8 0,-6-12-1,4 1 19,0-7 0,3 1-9,12 12-13,-14-16 0,7 2 5,12 3 0,5-1-285,11 3 1,2 0 284,0 2 0,-1-3 6,-5-8 0,-1-3 11,-11-11 0,3 0-361,2-2 0,7 1 0,-4 0 344,10 6 1,0-1 21,-12-8 1,1 1-1,-6-3-16,-6-3 0,-6-3 1442,32 15-1455,-3-3 1,18 6 0,-5 0 9,-22-9 0,-3-1 0,3 1 166,14 5 0,3 1 1,-1 2-177,4 4 1,-1 2 0,-14-6 837,-29-12 1,-1 2-825,23 14 0,10 7 0,-12-4-16,12 14 10,-9 0 0,11 12 1,-12-8-149,-26-22 1,-2 0 150,18 18 1,7 9 0,-12-9 10,3 8-243,-12-11 1,8 8-1,-6-6 234,-11-15 0,-1 1 8,25 29 0,3 3-3,-8-16 1,-5-6-26,19 19 20,-11-17 1,10 9 0,-4-6-4,-9-11 0,3 0 26,8 6 0,7 7 1,5 3-410,-3-2 0,5 4 0,-1-1 0,-6-5 388,-10-9 1,-5-4 0,3 4-150,6 5 1,6 6-1,-3-3 1,-15-12 143,15 15 40,-19-18 1,7 6 0,-2-3-165,3 4 1,4 2-176,11 7 1,8 7-1,-8-9-32,-16-13 1,1-3 330,23 8 0,11 3 0,-17-11 0,-6-3 0,6-3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7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34 1 9498,'-10'59'89,"0"1"1,0-5-1,6-9-668,15-21 652,3 3-6,2 0 6,2 1-3859,3 1 3848,2 1 455,5 5 1,7 6-266,23 23 0,4 2-711,-16-15 1,2 1 567,23 22 0,-4-8 3,-19-22 28,3 4 0,1 1-1779,4 3 1692,-13-13 0,2 3 118,1 2 0,-1 1 633,-5-5 0,2 3-690,1 3 0,4 6 0,3 3-418,-3 0 1,3 4-1,-1 0 1,-4-5 331,15 18 0,1 1 19,-11-12 1,6 7-1,-2-1 1,-10-14-720,17 22 705,-16-20 1,4 5 681,7 6 0,5 3-659,-10-15 0,3 3 0,-1-2-80,-6-5 1,0 0 0,2 0 45,17 12 0,4 1 1,-11-13-6,10 1 7,-9-12 0,10 5 1,-8-6 1204,21 8-1211,-18-14 1,11 5 0,-10-7 4,16 4 21,-13-10 1,12 3 0,-7-2-17,-10-5 0,-1-1-15,15 5 0,7 3 0,-8-4-8,-15-4 1,-4-1 2,12 4 1,-5-1 14,7 2-3,-2 1-1,-20-7 1,0 1-317,25 11 302,-27-11 1,0 2 10,0 2 1,-3 1-5,26 13 13,-1 6 0,1 1-1129,2 4 1115,-17-10 1,-2 0 1560,3 5-1547,-3-2 0,1 3 3,15 11 5,-11-7 1,10 9 0,-9-7-254,-20-17 0,-1 0 225,21 19 1,10 8 0,-10-9 16,14 12 47,-5-3 0,13 12 0,-12-9-33,-25-24 1,-1 1-16,9 6 0,9 10 0,1-1 0,-12-10-13,-11-9 1,-1-2 58,30 22 1,12 9-1,-11-9-73,-23-20 0,1-1 36,26 17 0,13 8 0,-12-10-25,-28-20 1,0-2-14,33 17 1,13 5 0,-11-7 15,-28-15 1,2-2 13,13 5 0,14 6 1,1-1-1,-14-7-8,-13-6 0,1-1 7,15 5 0,14 5 0,1 0 0,-15-6-2,-14-5 1,1 0 19,14 4 0,15 5 1,0-1-1,-14-4-20,-15-6 1,1 0-15,22 8 1,21 6 0,-1-1 0,-17-4-1,-17-6 1,-4-1-1,18 6 1,9 2 0,-9-2-9,-17-3 0,-1 3-516,14 8 0,8 7 1,-6-3 509,-1-2 1,1 3-180,-12-1 0,9 7 0,-3 0 1,-16-7 195,-17-9 0,-4 3-131,18 24 1,7 12 0,-11-8 152,-21-21 1,-3 4 129,14 34 1,4 15 0,-9-12-55,-18-31 1,-2-1 254,9 29 0,2 13 1,-3-14-244,5 17-71,-7-23 1,3 3 38,3-6 1,8 1-78,17 2 1,11 4-1,-4-4-6,-4 9 0,7-2-3,-3-19 0,11 4 0,1-5 0,-12-13 509,-14-16 1,3-4-528,20 7 0,17 6 0,2-1 0,-15-6 259,-8-6 1,0-1-254,5 2 1,11 3 0,-1-1 0,-13-4-9,-13-6 1,-1 0-22,30 11 0,14 7 0,-7-2 38,-6 0 0,3 4-3,-4-1 1,13 7-1,-1 0 1,-12-4 13,1 2 1,-3 1 11,4 4 1,6 5-1,-13-6-412,-26-13 1,-4-1 410,15 9 1,5 4 21,-2 1 0,5 4 0,1 3 57,-14-10 1,1 2 0,0 1 0,2 2-77,7 3 1,1 1-1,1 2 1,1 3-204,-3 0 0,3 4 0,0 1 0,-4-3 0,-8-6 192,-4-3 0,-7-6 0,5 6 13,6 7 1,8 9 0,2 3 0,-4-3-1,-12-11 109,3 3 1,-2 0-120,7 7 0,11 11 0,-1 0 0,-12-12-3,-11-11 1,2 0 0,0-1 0,12 11 1,4 3-1,-3-4 0,-10-10-12,5 4 0,0-3-33,11 8 1,13 9 0,0-1 0,-14-14-49,-16-18 0,-1-3-349,23 13 1,12 6 0,-10-8 34,-25-16 1,1-2-2069,33 13 0,13 5 0,-14-7 1825,-34-17 1,-2-1 637,46 16 0,-12-6 0,-51-20 0,-6-2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7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32 7526,'72'-14'698,"0"0"0,20 10 1,-7 7-486,-12 9-1392,-20 2 1,-5 2 1390,-14 3 169,16 11-179,-12-5-12,12 10-5,-15-7 17,-1 0-1315,15 14 1,3 2 1218,0-1 54,15 16 0,-2 0 917,-21-19-892,22 26 0,1 2-1278,-13-13 1168,7 8 1,-1-1 8,-17-18-425,16 18 0,1 2 397,-4-9 59,14 17 0,-1-3 1497,-21-24-1554,7 4 1,3 1 9,14 4-49,-7-7 1,1-2-9,12 5 9,-19-18 1,10 3 0,-9-6 844,17 5-852,-5-5 0,13 4 0,-13-6-13,5 0 11,-1 1 0,15 6 1,-14-5-1,8 8 13,-17-6 0,12 6 1,-14-4 8,1 5 23,-14-4 0,8 7 0,-9-4-465,12 12 414,2 6 1,-3 0 0,-15-8-923,12 23 1,1 3 927,-8-8-19,-12-13 1,6 9 0,-8-10 155,2 3-159,12 11 0,4 2-28,9 1 27,-3-7 1,2-2 6,5-4-4,-6-14 1,0-5-950,-3-7 963,-13-7 1,-1-2 1435,9-1-1427,-1-3 0,1 0 2,18 3 55,-3-2 0,15 3 0,-12-3-1135,21 2 1109,-3 0 0,-2-2 61,-21-5-11,1-1 1,2 0-32,-21-3 0,4 0 457,3 2 1,4 0-362,32 7 0,1 0-129,-31-5 0,3 2-26,24 10 1,11 4 0,-14-2-12,-34-9 0,0 4 7,14 7 1,14 9-1,-2 1 1,-16-4-2,-18-7 0,-4 4 20,21 18 1,9 11 0,-13-7-1332,4 19 1325,-16-19 0,0 8 106,-1 19 1,-4 7 83,-12-20 0,-1 2 0,1 0-171,0-1 1,1-1 0,-3 0-1,-3-3 1,-2-1-1,0-2 96,6 13 0,4 2-57,11 5 1,7 6 0,-2-5-73,-16-20 0,-3-5 0,7 4 5,11 7 1,9 6 0,0-4 0,-9-16 179,-10-18 1,2-6-186,32 20 0,15 4 0,-10-8 356,-25-16 1,2-3-387,10 2 1,12 5 0,1-1-1,-12-7 16,-6-3 0,0-3 14,28 8 0,14 3 0,-7-3-3,-5-5 1,2-1 2,-16-4 0,9 1 0,0 1 0,-8-3-3,17 2 0,5 2-9,-27-5 1,14 2 0,6 3 0,0-1 0,-6-1 0,-14-3 2,22 5 1,1 2 4,-15-3 0,16 5 1,8 2-1,-1 1 0,-8-3 1,-19-5-188,6-1 1,-6 1 195,0 6 1,10 6-1,1 1 1,-10-3-9,13 5 0,-3 1 3,-21-4 0,4 5 0,0 0 0,-4-2 7,-6-5 1,-3-2 0,7 6 18,8 6 1,10 7 0,4 3 0,-5-3 0,-13-6-554,9 5 1,-2 0 533,5 4 0,12 9 0,-1-1 0,-16-9 62,-17-10 1,-2 1-51,6 5 1,10 8 0,2 2 0,-7-4-26,-8-6 0,-3-2 1,4 5-19,0 0 1,7 6 0,3 2-1,-4-2 1,-8-5 28,-1-2 1,-7-5 0,4 5 5,9 9 0,7 6 0,-2 0 0,-9-9-8,-1 0 0,-3-2 0,-1-1 1,5 5 0,2 1 134,8 7 1,3 1 0,3 1-103,-15-14 0,2 0 1,0 1-1,3 1-26,4 2 0,3 2 0,1 0 0,1 1 3,-3-3 0,3 4 1,1-1-1,-4-3 1,-8-8-12,20 10 1,0 0-2,-14-6 0,12 12 0,3 2 1,-5-3-1,-14-11-4,2 0 0,-3 0-2,-5-5 1,10 10 0,3 2-1,-5-3 1,-12-9-2,-3-1 1,-2-1-4,8 9 1,10 9 0,0 0-1,-11-9-11,-8-7 1,0 0-56,3 4 1,9 9 0,0-1 0,-12-11-27,-9-8 1,-2-2-240,16 14 0,6 8 0,-7-9-851,13 16 843,-16-19 1,2 3-2277,3-1 0,-1-3 2716,-8-10 0,-1-1 0,3 5 0,-2-4 0,2-3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7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10310,'57'7'322,"1"-1"0,40 6-121,-64-11-27,3 2-717,1 0 661,3 0 207,42 9-202,-28-3-1815,22 10 0,1 2 1787,-13 0 59,16 10 0,-1 2 838,-20-3-780,3 7 1,14 10 0,-12-5-1033,12 11 870,-17-12 0,8 7 1,-12-8 222,-1 3-128,15 11 1,1 1-73,-2-1-31,-10-7 0,3 1 92,-11-8 1,2 0-380,20 13 1,2 0 277,-10-6 1,0-1-1,6 3 1,-1-2 72,-6-9 1,-4-4-34,22 11 43,-5-6 0,18 5 0,-2-4-46,-17-13 1,-2-3 0,1 1-54,6 5 0,0 0 0,6-1 25,-5-8 0,8 0 0,-4-4 0,-13-2-28,-10-4 0,1-2 7,18 3 0,18 1 0,0 0 0,-16-2-10,-15-3 0,1 0 5,5 2 1,16 3 0,7 1 0,-6-1 0,-16-1-491,1 1 0,-3 0 475,3 1 1,14 2-1,-2 1 1,-17-2-2,-18-2 0,-2 1-2,14 7 0,9 5 0,-6 0-254,1 5 0,2 5 270,-11-1 0,8 6 0,-2 2 0,-7-5-9,6 6 1,-3 6 47,-2 5 0,7 13 0,-2 0 1,-13-10 357,-13-10 1,-2 0-370,16 22 1,6 10 0,-9-11 8,2 11-36,-5-9 0,9 13 0,-6-10-18,-15-24 0,0-1 3,16 22 0,7 9 0,-7-14 11,9 2-241,-11-24 1,14 8-1,3 0 1,-10-8 232,-6-5 0,3-2 2,14 8 1,15 8-1,0-1 1,-14-13 155,-17-13 0,-2-5-150,31 15 0,-1-1 1,12-2-10,-46-17 1,3 1 19,21 5 1,2-1-428,-16-4 0,-1 0 419,19 5 0,0-1-11,-24-7 0,6 1-119,21 4 1,19 4 0,2 1 0,-13-4 109,1 0 0,1 1 3,-5-1 1,17 3 0,5 1 0,-8-1 0,-18-4 439,-9-2 1,-2 0-444,2 4 0,14 4 1,5 3-1,-3-1 1,-15-4 160,6 3 0,-1 3-150,-8-2 1,13 5-1,3 3 1,-6-1 0,-14-5-4,-5 1 1,-3 3-6,15 13 0,14 11 1,-1 2-1,-14-9 291,-11-6 0,-2 0-283,2 3 1,9 9 0,-1-1-1,-13-9 6,-12-9 1,-2-1 17,23 23 1,10 9 0,-8-8-27,-17-14 0,0-2-5,6 6 0,5 5 0,-1-3 21,11 10 1,2 0-204,-8-10 1,3 2 0,-1-1 186,-8-6 1,-2-1 0,1-1-2,4 3 0,1-1 0,-1-4 12,14 8 0,5-2-54,3-1 0,8 2 0,-4-1 36,-20-11 0,-4-1 0,9 3 6,6 0 0,11 4 1,4 0-1,-6-3 1,-15-7-1,-3-4 1,1-1 1,1 0 1,15 5-1,6 1 1,-6-2 0,-14-6-96,-2-2 1,-1-2 84,10 3 0,14 6 1,0-1-1,-15-5 0,-10-3 1,0 0 9,13 6 0,15 5 1,1 1-1,-15-5 1,-9-3 1,0 1-2,6 3 0,14 5 1,-2 1-1,-15-6-10,-14-5 1,-1 1 14,8 6 1,12 8 0,0 0 0,-12-5 474,-9-5 0,-1 3-461,10 7 1,13 11 0,0-1 0,-15-8-19,-16-9 1,0 0 13,10 9 1,12 9 0,0 0 0,-13-9-12,-12-9 0,-1-1 3,12 8 0,11 8 1,1 0-1,-11-9-14,-11-8 1,-1-1-15,26 15 0,11 8 0,-7-7 6,-14-11 0,0-1-203,8 6 1,6 3 0,-6-3 193,-8-6 1,1 2 10,-1 1 1,10 7 0,-2-1-1,-11-6 25,-8-6 1,-2 1-19,21 14 0,10 6 0,-14-8 13,1 5 43,-5 2 0,10 13 1,-9-9-30,-22-19 0,-1 0 40,20 20 1,8 9-1,-13-12 42,-3-2 5,13 9 0,3 0 670,-3-6-765,-6-10 0,11 7 0,-10-9 11,14 3-6,-14-13 0,10 5 1,-8-6-23,18 5 0,-20-11 0,6 3-6,12 3 1,6 2-332,-5-4 0,5 1 0,-2 0 326,-16-5 0,-1 0 0,3 0-4,27 11 0,6 0 0,-19-5 1476,-1 1-1620,-9-2 0,12 7 1,-12-5-743,13 7 783,-2 0 0,-5-1-139,-26-9-211,4 7 1,1 2 103,7 5 151,-11-7 0,3 4-1201,-8 0 0,-2 1-1731,2-1 0,0 1 3145,2 2 0,-3-2 0,16 13 0,-50-46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7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0 109 11346,'60'-14'24,"0"1"0,-5 1 0,-8 1 105,-6 2-5638,9 1 5576,0 0 0,3 0-1043,4 1 1015,-12 1 1061,15 0-1055,23-1-40,-25 7 1,1 1-1523,40 2 1517,-45-1 0,-2 6 33,34 36 149,-38 2 1,-1 3-119,-2-12 1,-1 4 100,7 36 0,-10 0-64,-13-14-232,-6 0 0,3 14 0,-5-10 193,3 17-16,-5-15 1,1 12 0,-4-13 20,-2 5-25,-2-16 0,-1-1 31,1 3 915,0 1-871,7 24 704,-4-19-776,5 17-6,-5-24 6,0-2 36,6 3 0,2 0-53,5 5 891,-6-10 0,5-1-891,28 13-31,-11-32 1,4 0-215,0 1 1,5-3 238,23 0 1,-1-7 980,10-4-931,-17-13 1,11-1 0,-10-2 1762,22 0-1770,-14-3 1,13 0-1,-13 0-9,11-2-4,-4-1 0,17 1 1,-15 1-810,-31-1 0,-2 1 781,24 1 0,11-1 0,-14 2 33,5 6-485,-2 8 0,16 9 0,-13-3 453,-28-7 0,-1 1 7,26 11 0,10 4 0,-17-3-841,-9 6 854,14 11 5,-24-12 12,-3 1-6,0 3-865,17 17 832,-16-10 5,12 13 654,-20-16-660,2 7 1,2 2-6,3 7 611,-6-8 0,1 2-609,-9-10 1,-3-3 1065,11 14-1066,19 26 1,0 1 2077,-11-18-2092,14 16 1,-1-1 233,-17-29-232,2-2 1,11 9 0,-3-5 3,-3-8 0,0-1-8,18 19 0,3 0-1,6-1 1,-7-8-320,-7-5 322,14 10 1,0 0 5,-17-13 7,-3-1 1,11 8 0,-10-6-8,16 12 0,-8-3 0,12 10 1,-13-9-1753,4 4 1797,3 3 0,1 3 8,-32-27 1,-1 0 10,26 22 1,1 3-34,-23-21 0,2 3-442,20 18 1,8 9-1,-10-11 447,-25-21 1,1-1 23,12 11 1,12 10-1,0 0 1,-11-12-217,-15-13 1,1-2 156,18 13 1,15 9 0,2 0 0,-14-11-489,-10-10 1,-2-3 480,14 10 1,9 4 0,-11-8 10,12-1 208,15-1 1,4-1-264,-41-14 0,1-1-9,36 13 1,7-1-194,-3-8 0,3-2-49,-18-5 1,2 1 0,-1-1 223,-7-1 1,-2 0 0,4 1-300,25 3 1,4 1 0,-19-3-171,1 1-969,13 4 0,-3-1-450,-30-5 472,27 6 1482,-50-11 0,-23-5 0,-2-1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8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1 469 9066,'34'-64'200,"1"0"0,-3 5 0,-3 11-1850,-5 22 1745,3 0-33,1 0-23,1 2-11,2 0-28,0 4 582,34-15-537,-5 12-6,-11 5 0,6 7 78,17 20 1,-2 7-45,14-1-1375,-18 14 0,-10 5 1437,-29-4-811,2 16 0,-1 4 895,-2 1-302,2 28 0,-1 2 273,-12-16-233,-3 1 0,1 13 0,-3-11 177,1 10 48,3 22 0,0-2-98,-1-34 14,8 16 0,2-1-70,1-17-9,9 10 1,3-2 1036,-3-23-1045,34 19 0,6-3 330,-13-21-339,4 1 1,-1-4-3,-14-20 0,1-3 0,1-1 0,1-1 1484,1-3-1461,25 2 1237,-16-5-1260,19 3 0,-23-5-6,0 2 12,18 2 0,2 2 1919,1 1-1928,18 5 1,-4 1-4,-34-2-5,8 7 0,-2 3 5,-7 2 6,-14-7 0,1 4 8,5 10 1,1 4 2,3 6 0,1 5-343,9 4 1,1 6 297,-12-4 1,0 4-1,-7-6 34,-9-11 0,-2 1 15,12 20 0,6 8 0,-10-10-862,7 14 841,-5-9 1,-1-1 5,-5-4 25,-11-17 1,1 1-4,16 25-8,-19-28 0,7 6-31,21 17 0,17 14 0,2 0 1,-12-13 24,-14-13 0,8-1-704,4-7 0,19 9 0,12 7 0,5-1 0,-3-3 0,-10-9 0,-18-15-614,4-7 0,-1-8 1310,21 9 0,21 5 0,-6-2 0,-32-12 0,-29-13 0,4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8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1 8937,'65'34'201,"0"0"1,-5-2 0,-11-7-62,-23-13-39,3 1-11,1 1 11,1 0 5,1 0 0,2 0 79,18 6-2065,3-1 1,4 2 1975,16 6 328,-19-8 1,2 1-16,30 12-157,-1 5 0,3 2-739,-29-12 0,0 1 532,5 3 0,6 5 0,-14-6 16,1 8 66,2 4 0,12 11 1,-10-7-909,-21-15 0,-2 0 842,17 12 1,6 5 0,-11-7 129,0 5 13,15 18 0,3 4-86,1 2 42,-14-13 1,8 9 0,-10-11-46,3 6 10,1 1 0,13 13 0,-10-11-23,-26-26 1,0-1-57,26 26 1,10 11 0,-11-14-19,0-2 15,-8-12 0,9 7 0,-7-7 828,17 9-857,4 1 0,2-2-3,-31-28 0,-3-3-11,2 1 0,0 0 641,44 17-636,-26-14 3,-18-9 1,2 0-1524,26 10 1509,-27-12 1,2 0-6,3 1 0,-2-1 250,31 9-237,2 0 1,4 1-6,-28-10 1,2 1-273,6 2 1,7 3-1,-7-3 280,-9-4 1,1 2-45,21 9 0,11 5 0,-13-5 36,-29-9 0,-2 1 8,29 12 1,10 5 0,-14-4-17,1 4 20,-11 2 0,11 9 1,-11-5 12,10 13-8,7 9 0,-4 1 1106,-30-13-1100,14 27 0,-1 4 1349,-8-6-1358,-9-4 0,5 14 1,-8-13-200,-4 7 188,-10-18 0,4 10 0,-5-11 0,4 14 123,-6-18 0,-1 0-128,3 6 10,10 27-10,-6-21-1026,9 13 1,3 0 1013,1-6 9,-1-13 1,8 10 0,-5-11 188,12 7-214,-8-22 1,14 9 0,2 0 0,-10-11-156,-11-12 0,1-4 184,15 13 0,7 5 1,-9-10 1634,7-8-1710,14 2 1,3 1 1441,11 4-1522,-19-9 1,11 4-1,-11-5-115,16 5-346,-8-3 0,15 5 0,-13-4 413,-30-11 0,-1-1-462,37 12 1,15 6 0,-18-8-184,1-1 852,-11-7 0,13 1 0,-19-4 0,-14-5 0,1-2 0,0-1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8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0 10993,'60'13'84,"-1"0"0,-3-1 0,-9-3-39,-15-4-3201,3-1 3178,0 3-2352,39 11 2336,-26-4-192,20 15 0,19 11 0,-13-5 197,10 7-420,-18-8 0,9 5 0,-15-7 442,-7 0 63,26 16-7,-19-9 59,17 8 0,1 2-41,-4-2-27,-4-4 1,14 8-1,-12-7-46,6 2-10,-14-9 0,10 7 1,-12-8-20,5 3 105,4 1 0,16 10 1,-13-7-43,-30-17 1,-1-1-62,16 10 1,8 4-1,-11-7 21,-2 2-34,10 3 1,2 2 45,7 6 235,-9-7 1,1 1-198,15 10 72,0-1 1,3 0-132,-30-17 1,0-1-1,25 14 1,2 1 30,-11-7 1,0 1-37,12 9 0,3 2-6,-2-2 1,-1 0 327,-5-1 1,-3-2-270,-10-3 0,-4-4 1,19 13-12,-6-2 0,14 11 0,-12-8-45,-27-20 0,-2 2 15,26 19 0,11 10 0,-2 2 26,-7 1 1,-3 3-1,-3-5-45,-16-16 1,-3-2 0,3 3-99,5 5 0,4 6 0,-3-2 0,-10-10 91,20 21-309,-8-8 1,11 10 0,-8-9 311,-19-20 0,0 1-31,8 6 0,9 9 0,0-1 0,-10-10 206,-13-13 1,2-1-773,13 11 0,13 10 0,1-1 1,-11-8 813,-7-8 0,0-1-884,10 6 0,11 7 1,-1 0-1,-11-11 367,-12-10 0,-2-3 297,38 21 0,-6-4 0,-29-18 0,7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8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0 11301,'70'4'78,"0"0"0,-6-6 1,-9 0-57,-18 7-5671,1-14 5660,4 19 6,1-10 1320,20 6-1396,-10 7 1,2 3 35,-8-1 1,3 4-562,31 23 0,-4 4 579,-4 3-772,-5 19 1,-6 2 804,-20-13 115,5 20 0,-4 1 1600,-14-13-1315,6 25 1,-1 1-1668,-9-14 1387,-3-11 1,-1 3 86,-5-16 0,1 1-154,12 23 1,1 1-57,-8-16 1,1-1 667,6 9 0,3-4-570,24 13-98,-14-32 0,5 0-17,-2 0 1,5 0-578,32 10 0,-1-8 575,3-4 29,-22-20 1,11 2-1,-11-5 16,15 1-26,-7-2 0,-2-1 31,-6-6-6,2 1-5,2-1-11,0-2 624,-17-3 0,3 2-667,2-1 1,4 1 8,32 8 0,0 1 3,-30-7 0,4 1-24,23 9 1,13 5-1,-15-4 735,-30-8 1,0 2-710,33 13 1,14 6 0,-17-3 2,-39-13 1,0 2 5,13 11 0,12 9 0,0 2 0,-12-7-9,-10-4 1,-1 1 3,8 8 1,10 8 0,-2 1 0,-12-8 7,-14-10 0,-1 3 60,11 11 0,11 12 0,0 1 0,-10-10-512,-6-6 0,-2-2 487,20 20 1,8 8-1,-11-11-225,10 4 198,-24-22 0,0-2 14,19 16 29,3-2-35,-18-15 1,1-1-773,27 21 739,-26-21 0,0-1 0,21 13 588,1 0-596,-18-17 1,8 5 0,-4-4-19,-10-5 1,4 2-270,18 8 0,17 7 0,1 1 0,-16-9-13,-15-9 0,0 0-461,16 6 0,16 8 0,-1-1 0,-16-7-427,-20-10 1,-3-2 1195,16 8 0,8 2 0,-16-6 0,-13-5 0,5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8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10074,'41'59'80,"0"0"1,-3-3-1,-3-13-41,3-24-11,1 4 0,4 0-2357,3 4 2351,1 1 6,3 2 0,1 2 0,1 2 31,21 19 0,10 11-33,-30-20 0,1 1 0,0 1-9,4 0 0,0 1 0,4 5 110,2 7 0,7 8 1,-4-2-1,-12-11-584,-12-11 0,-1-2 509,22 23 0,10 8 1,-14-12-717,-1-3 708,-20-20 1,-1 0 39,14 12 0,2-1-1961,18 20 1966,-16-17-10,17 14 227,-21-21-230,11 4 0,5 3-6,-19-15 0,3 2-319,18 10 1,10 5-1,-8-6 263,-20-12 0,2-2 44,22 10 0,11 5 0,-12-8 170,-29-16 1,0-1-166,35 18 1,16 6-1,-15-7 540,-33-17 1,-1-1-587,25 12 0,11 5 0,-8-3-222,-16-9 1,0 1 235,5 2 1,6 4 0,-6-3-1,-8-4 0,0 2 32,18 9 1,9 6-1,-13-7 1102,15 11-1135,-25-14 0,8 4 0,-12-5 20,4 4-468,-3 1 0,11 9 1,-8-6 445,17 13-4,-20-12 0,9 6 0,-13-8 637,-2 1-574,8 11 0,3 4-113,-24-19 0,-1 1 54,25 24 0,-2 0-17,1 11 250,-10-3 0,-3 0-244,-2-3 889,-8-8 1,0 1-854,-8-10 0,-3-4-19,8 16-5,0-2 1,6 12 0,-1-5 1,0-1 0,-1-3 578,8 18-1,4 1-576,-9-24 0,4-1 0,-7-10-2227,10 6 2212,0-1 0,0-3 16,-7-15 156,11 2 1,6 2-184,-17-11 0,3 0 7,10 6 0,6 3 0,-5-4 3,-12-8 1,0 0 5,12 6 1,7 4 0,-3 0-26,13 8 0,-1 0-1032,2 1 1,-1 0 1045,-13-6 1,1 5 160,1 8 0,3 7 0,-9-6-601,-14-13 1,-1 1 471,20 16 0,7 7 0,-13-9 103,-6 4 36,-6-5 0,2 2-126,13 14-37,-16-17 1,5 2 13,9 6 1,10 1-371,4-7 1,8 2 0,-3-1 345,-17-9 1,-3 0-1,5 0-1,3-4 1,7 1-1,-3-3 1,-10-9 1018,32 9-1057,-6-6 0,16 4 1,-11-5 314,-28-10 1,2-1-288,9 4 1,14 4 0,-1 0 0,-15-6-5,-18-6 1,0 0-51,33 11 0,14 5 0,-13-5 36,-32-9 0,1 0 14,11 5 1,14 4-1,-1 1 1,-14-5 5,-15-5 0,-1 1 3,35 15 1,13 6 0,-15-5 7,7 7 6,-22-10 0,11 7 0,-13-6-17,11 8 28,-11-2 0,11 9 0,-11-8 0,10 11-17,-17-11 0,7 6 0,-11-7 1927,-3 1-1880,18 19 1,-1 1 2454,-19-12-2496,4 6 0,-2 1-1,-18-11 18,0 4 0,-1 1-2548,1 4 2536,18 29 14,-26-30 1,0 3-749,7 9 0,0 2 712,-4-7 0,3 1-59,16 16 1,-1-11-4,-11-30-172,11 2 1,1-4-86,-9-16 98,23 7-2529,23-17-353,-27-11 0,2-2 2369,38 3 734,-41-7 0,-11-1 0,-30 5 0,-2-1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8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42 11525,'59'-10'153,"-1"1"0,-3 1 0,-7 1-63,-11 5-811,4 0 805,5 0-2154,1 1 2142,5 0-10,2 1-286,3 0 274,2 3 1,4 2 10,1 3-47,15 10 0,3 2-53,10 5-3,-29-1 0,14 7 0,1 2 0,-15-5-509,-13-3 1,-3 2 542,31 21 1,12 10 0,-16-8-2,-34-19 1,-2 3 19,24 25 0,8 11 0,-10-7 0,-21-20 1,-4 0 10,29 32 1,-1 4 61,-20-14 0,-1 5-470,-1 1 0,2 8 1,0-1 489,-5-9 1,-1-1-1,2 5-8,-1-1 1,2 6 0,-1-2 0,-5-10 321,-2-1 1,2-1-299,3-1 1,7 11-1,2-2 1,-8-12-297,-3-9 0,1-2 243,16 22 0,9 10 0,-8-15-894,13-1 863,-23-23 1,2-2 13,21 14 1447,4-3-1475,-18-18 1,7 2-10,8 0 0,9 2 0,-5-3-248,5 5 1,4-1 278,-6-7 1,10 3 0,0-1 0,-12-6-384,-6-4 0,-4-3 344,1 1 1,6 1-1,2 1 12,14 2 0,5 1 1,1 1 64,-16-5 0,1 0 1,1 1-1,0 0-80,-1 0 1,1 0 0,-1-1 0,-2 1 2,17 4 1,-2 0 0,-4-1 16,-17-4 1,-3 0-1,6 3-276,10 6 1,8 5 0,2 0 0,-7-2 227,0-2 0,-4-1 0,5 5-11,-8-2 0,8 6 0,1 1 0,-8-2 0,-15-6 225,-7 0 0,-4 2-229,7 8 0,10 9 0,-1 2 0,-11-8-1,-7-3 0,-4 0 18,7 8 0,4 4 0,-9-5-83,12 22 454,-3 3-510,-3 2 530,-19-21 1,4 10-1,-2-4-364,1 7 0,0 0-163,-4-8 0,2 3 0,-2 1 178,-2 1 1,-2 0 0,2 0 12,4 1 1,1 0 0,-1-1-29,-4-5 1,-2-1 0,2 0-7,21 30 0,-4-14-2,-10-23 207,11-1 0,3 0-207,9 5 10,-10-10 1,6 1-3,4-10 0,8-5-462,2-8 1,8-2 0,-4 2 472,14 16 0,1-1 6,-4-16 1,5-3 0,-15-2 143,8 10-167,3-9 0,5-1-25,-26-5 0,-2 0 17,14 3 0,1 0-106,-1 0 1,-5 0 139,15 3-7,-33-7 1,3 1 3,13 4 0,1 2-51,-9-1 0,-1 0 31,11 3 0,2 2-3,3 7 0,2 6-273,-18 0 1,2 3-1,-4-2 293,8 2 0,-1 2 57,-5 1 1,1 4 0,-14-7 126,-5 3 194,-1 3 1,1 1-301,0 2-62,-13-11 1,5 4 151,9 10 0,6 4 7,-1-4 0,4 3 0,-1-2 231,10 14 0,3 0-386,-1-5 0,4 2 1,-11-12 1,0-2-42,19 9 1,1-2-32,-15-15-115,10 4 1,-1-2 1855,-21-19-2105,13 5 1,-1-1 178,-12-8-316,15 7 0,0 0 261,-19-7 75,5 5 0,-1 1 188,-15-4 22,17 13 230,-1 2-395,-10-12 1,1 0-1158,24 16 1238,16 1-1260,-26-26 1333,31-7 0,-31 1 0,7-8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8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0 9296,'54'16'-6,"0"-1"1,0 1-1,-10-1 1,-23-4 5,8 2 5,-10-1 1,2-1 11,-1 4-4269,0 0 4252,1 3 303,26 31-303,-19-20-1039,4 9 1,1 2 1044,-1 6-453,-1 3 0,-1 1 453,1 4-6,0 3 0,-1-2 11,-7-15 22,6 7 1,-1-2 1296,-5-10-1296,13 16 16,-17-24-11,2 0 40,9 10-40,-6-10 11,7 9 431,-7-14-279,49 37-163,-34-30 45,21 11 0,1-1-45,-19-17 70,13 5 0,1-3-30,-11-8-40,26 10 493,-22-12 0,1 0-527,0 1 1,0 0-851,7 2 1,0 0 861,32 10-3,-37-8 0,3 5-778,25 16 1,2 2 749,-16-10 0,0 1-35,-1 4 1,3 4 0,-12-6-25,3 3-626,0-3 0,13 6 0,-9-5 212,20 6 271,-1 0 0,-2-3 216,-11-13 0,3-1 0,-7-5 0,5 1 0,-38-12 0,-2-1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87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1 0 8619,'4'57'358,"1"1"0,0-1 0,0-9-407,0-23-5685,3 6 5498,-2-7 1555,4 12-1341,0 5 791,6 31-864,-3-9-23,-3-10 0,0 0-105,2 4 183,-2-5 1,1-3-40,-1-12 70,7 16 217,13-5 46,17-8-158,6 5 89,18-18-20,-31-20 257,50-4-2339,-49-6 2233,33-5-36,-23-6 969,1-6 1,3-4-738,33-12-269,-3-4 0,-3 0 141,-9 3-222,15-6 0,-1 1-1357,-25 13 1289,-2 1 1,0 3 56,1 6 2353,17 1-2615,19 5-69,-7 8 246,-23 8-377,14 33-408,-47-15 459,5 14 0,-4 2 1971,-14-3-1847,3 21 0,-1 3-15,-6-10-1982,13 42 2084,-21-55 173,0 0-639,0-2 935,-1 2 216,7 13-440,4 4-50,21 35-199,-14-33-5,2-11 1,0-2-241,5-5-40,28 18 1890,-23-29-1924,42 5 1202,-45-24-934,16-1 1,1-3-75,-12-6 145,24-9 0,1-2 24,-16 1 42,13-6 1,0 0 80,-21 7-47,19-7 0,0 0-49,-15 5 61,11-3 1,-1 2 306,-18 6-107,42-4-3590,-44 10 3358,16-1 3,-14 5-77,33 10-7,-26-2-152,34 20-196,-58-12-62,21 27 234,-25-22 16,30 48-17,-30-42 14,32 48 56,-28-48 4,15 17 3434,-15-25-3289,34 12-21,-29-19 13,49 15-5,-46-22-3382,54 8 3387,-45-8 6,27 4 16,-6-2-44,24 3-24,-9-1-15,6 1-85,7 3 154,-37-8 1,2 0-356,48 7 311,-28-3 0,-5 0 3220,-17 2-3212,26 14 0,-1 4 44,-23-2-423,6 5 0,-3 2 420,-18-2 32,4 10 1,1 1-2908,-4 0 2967,28 30-56,-34-34 0,1 1-943,5 1 0,0 0 857,0 3 1,0-1-201,29 27-220,-31-28 0,1 2 50,-1-2 1,1 1 51,12 16 1,1 2 235,-4-7 0,-3-4 119,12 14 0,2-1 0,-39-43 0,1-1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8:19:57.188"/>
    </inkml:context>
    <inkml:brush xml:id="br0">
      <inkml:brushProperty name="width" value="0.22857" units="cm"/>
      <inkml:brushProperty name="height" value="0.22857" units="cm"/>
      <inkml:brushProperty name="color" value="#004F8B"/>
    </inkml:brush>
  </inkml:definitions>
  <inkml:trace contextRef="#ctx0" brushRef="#br0">1 1 7012,'60'3'7,"0"0"0,-4 0 0,-10-1-4,-20-2-2212,2 1 2194,1 3-2962,30 12 2935,-20-3-428,24 14 0,2 2 448,-12-2 91,18 12 0,-1 2-68,-20-8-486,15 17 0,2 2 485,-13-6 0,-5-3 0,-2-2 0,-6-2 0,1 1 99,1 1-51,-1 2 1509,18 22-1488,-14-16 1310,11 19-1336,-19-20 0,-3 0 48,12 16-15,1 3 1,11 15-1,-2-4 10,4 1 1,-1-1-82,-12-13 1,1 2 0,2-1 15,6 3 0,2-1 0,-9-11-44,11 11 19,-13-16 0,7 8 0,-7-10-23,8 8 25,7 6 1,2 1-2,-27-29 1,0 0 22,27 22 1,-1-1 26,12 5 1,-1-8 1,-1-3-530,-11-10 495,-9-7 1,4 3 59,-1-2 0,4 3-447,-4-1 0,3 4 0,-1-2 382,14 8 1,0 1-324,-11-6 0,1 3 0,-11-8 306,-2 1 208,0 2 1,0-1-194,0 1 575,-12-9 0,2 1-607,-2-1 1,3 1 19,26 19 0,3 0 11,-21-18 0,2 0 3,4 7 1,5 5-1,-10-11 1215,1-11-1207,8 14 0,0 1-1840,-5-10 1834,29 13-22,4-4 458,-29-14-485,26 7 1,4 0 1851,-18-9-1796,-9-4 1,13 1-1,0-1 7,-3-5 1,0-1 0,-2-1-987,15 4 1,0 1 963,-16-5 0,1 1 1,-7 0-40,32 17 6,-23 3 1,1 2 16,-19-9 0,0 0-215,13 12 0,-3 1 122,7 19 44,-18-12-532,10 20 0,0 4 606,-9-11 30,-11-8 1,7 9 0,-3-6 519,-3-7 0,0-3-523,7 9 0,3 1 3,9 2 0,-2-5-75,6 3-595,5 2 1,0-2 459,-9-9-167,-6-7 0,11 5 1,-9-8 334,14 3 0,19 4 0,-4-4 0,-41-18 0,31 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733D6-0A7C-9B4F-8EF9-25EA58A3E6D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E725F-F6EA-C24F-8864-36046B3D9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11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725F-F6EA-C24F-8864-36046B3D9C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85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C72C-1FE5-954B-78CD-E98436A33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7E9ED-A192-3192-4D3A-B01244C47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E14AC-7C66-742F-0E00-99EDFC35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A318-B8DB-C342-BF02-26A485C4356C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808EC-3AFB-884D-A453-42D9D63B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89E9C-9C50-6FDA-043F-498C1C88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E604-99B0-AD40-BC43-C6017E56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3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E8C4-F327-20E7-2900-1CDAF641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1F09C-E845-9A94-D13F-90A98C89D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953A8-14C2-9431-31A2-77A082066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A318-B8DB-C342-BF02-26A485C4356C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58DD3-24AC-B128-1DAA-5E2C6BC1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9F75E-8162-2B02-58B5-1F39AE35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E604-99B0-AD40-BC43-C6017E56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2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E9B1-AD7D-71BA-2F9B-CB848FD3C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74EA3-5587-55C3-79D0-10A838CA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8E15C-650E-DE0C-10A1-445A1523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A318-B8DB-C342-BF02-26A485C4356C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54D7B-BF88-BEAD-75AC-DDEC8E95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03B4-3EB8-EFF1-949E-2699F10B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E604-99B0-AD40-BC43-C6017E56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5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DD32D-F462-912C-897B-5BCD9F9F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2B30B-1703-B52A-CEB4-4AB1F9178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52EEE-1874-0040-8E28-121CBA727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58260-1BDA-47DA-2BA4-08715C04C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A318-B8DB-C342-BF02-26A485C4356C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1CA30-668C-7597-7ACB-FC6FFEDF2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4DC93-91E1-E706-9B3F-1C6798BF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E604-99B0-AD40-BC43-C6017E56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17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2A70-8BB6-83B1-1EED-18766909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C4066-B6DA-77EC-7F5D-7625E5CE7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510DC-ED81-2689-17C9-E6F44D8D8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186B0E-F09D-6D9B-48E4-80715E1F5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05BDD5-8371-FF68-3C3F-8DA2FFF2C7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CF85E7-2F70-EAC4-D144-B2A742DCE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A318-B8DB-C342-BF02-26A485C4356C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F07D56-BC87-5B5C-33FD-D868498B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C9632-C20D-5B28-D2B3-306107CB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E604-99B0-AD40-BC43-C6017E56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06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EE89A-695B-68B3-3DAF-5868AA347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597F8-2DFD-CD65-E4FF-DEBDD798E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A318-B8DB-C342-BF02-26A485C4356C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6C9A0-1D95-26F2-01DB-A69C8DF3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F38CC-E3A5-DD33-7DD1-9C279E08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E604-99B0-AD40-BC43-C6017E56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6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i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6272D83-CC4D-470C-500F-BEDECFEF9293}"/>
              </a:ext>
            </a:extLst>
          </p:cNvPr>
          <p:cNvGrpSpPr/>
          <p:nvPr userDrawn="1"/>
        </p:nvGrpSpPr>
        <p:grpSpPr>
          <a:xfrm>
            <a:off x="480523" y="167901"/>
            <a:ext cx="10678680" cy="6269040"/>
            <a:chOff x="480523" y="167901"/>
            <a:chExt cx="10678680" cy="626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B11BAA-D420-7E74-2968-6B654BB57E5F}"/>
                    </a:ext>
                  </a:extLst>
                </p14:cNvPr>
                <p14:cNvContentPartPr/>
                <p14:nvPr/>
              </p14:nvContentPartPr>
              <p14:xfrm>
                <a:off x="1295563" y="1580541"/>
                <a:ext cx="5974920" cy="4527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B11BAA-D420-7E74-2968-6B654BB57E5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64603" y="1549941"/>
                  <a:ext cx="6036480" cy="45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6FBAEFF-F352-B56F-F5D0-CC58CE481524}"/>
                    </a:ext>
                  </a:extLst>
                </p14:cNvPr>
                <p14:cNvContentPartPr/>
                <p14:nvPr/>
              </p14:nvContentPartPr>
              <p14:xfrm>
                <a:off x="1904323" y="1265901"/>
                <a:ext cx="6329160" cy="4672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6FBAEFF-F352-B56F-F5D0-CC58CE4815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73723" y="1235301"/>
                  <a:ext cx="6390360" cy="47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B02A09D-DF77-F929-C467-B0C1F4244400}"/>
                    </a:ext>
                  </a:extLst>
                </p14:cNvPr>
                <p14:cNvContentPartPr/>
                <p14:nvPr/>
              </p14:nvContentPartPr>
              <p14:xfrm>
                <a:off x="2171803" y="1114701"/>
                <a:ext cx="6578640" cy="4368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B02A09D-DF77-F929-C467-B0C1F42444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1203" y="1083741"/>
                  <a:ext cx="6639840" cy="44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B3109A1-A4B4-E0F9-FB56-EC7FD57CC9FC}"/>
                    </a:ext>
                  </a:extLst>
                </p14:cNvPr>
                <p14:cNvContentPartPr/>
                <p14:nvPr/>
              </p14:nvContentPartPr>
              <p14:xfrm>
                <a:off x="2667883" y="1193541"/>
                <a:ext cx="7934760" cy="4305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B3109A1-A4B4-E0F9-FB56-EC7FD57CC9F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37283" y="1162941"/>
                  <a:ext cx="7995960" cy="436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CEBD82F-A1A3-7F2F-5018-1AE39C140553}"/>
                    </a:ext>
                  </a:extLst>
                </p14:cNvPr>
                <p14:cNvContentPartPr/>
                <p14:nvPr/>
              </p14:nvContentPartPr>
              <p14:xfrm>
                <a:off x="5789803" y="3783741"/>
                <a:ext cx="3716280" cy="2351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CEBD82F-A1A3-7F2F-5018-1AE39C1405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58843" y="3752781"/>
                  <a:ext cx="3777480" cy="24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7CCA4C7-133D-8915-AB6B-6EB71888C29F}"/>
                    </a:ext>
                  </a:extLst>
                </p14:cNvPr>
                <p14:cNvContentPartPr/>
                <p14:nvPr/>
              </p14:nvContentPartPr>
              <p14:xfrm>
                <a:off x="727123" y="810861"/>
                <a:ext cx="1999800" cy="1548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7CCA4C7-133D-8915-AB6B-6EB71888C29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6523" y="780261"/>
                  <a:ext cx="2061000" cy="16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E7B85CE-137B-A95E-99DE-74881FF94837}"/>
                    </a:ext>
                  </a:extLst>
                </p14:cNvPr>
                <p14:cNvContentPartPr/>
                <p14:nvPr/>
              </p14:nvContentPartPr>
              <p14:xfrm>
                <a:off x="516883" y="167901"/>
                <a:ext cx="3187080" cy="2165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E7B85CE-137B-A95E-99DE-74881FF9483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6283" y="137301"/>
                  <a:ext cx="3248280" cy="22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0D01A5-E15D-0961-9F3F-22828AEF3D2B}"/>
                    </a:ext>
                  </a:extLst>
                </p14:cNvPr>
                <p14:cNvContentPartPr/>
                <p14:nvPr/>
              </p14:nvContentPartPr>
              <p14:xfrm>
                <a:off x="2546203" y="824181"/>
                <a:ext cx="2472840" cy="1617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0D01A5-E15D-0961-9F3F-22828AEF3D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15603" y="793221"/>
                  <a:ext cx="2534040" cy="16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7A5BA4-07DA-8A90-27D9-39A49962AE62}"/>
                    </a:ext>
                  </a:extLst>
                </p14:cNvPr>
                <p14:cNvContentPartPr/>
                <p14:nvPr/>
              </p14:nvContentPartPr>
              <p14:xfrm>
                <a:off x="4084123" y="2641101"/>
                <a:ext cx="2607120" cy="1731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7A5BA4-07DA-8A90-27D9-39A49962AE6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53523" y="2610141"/>
                  <a:ext cx="2668680" cy="17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E7C21B2-C42A-4F78-B02F-8F4AB2434A59}"/>
                    </a:ext>
                  </a:extLst>
                </p14:cNvPr>
                <p14:cNvContentPartPr/>
                <p14:nvPr/>
              </p14:nvContentPartPr>
              <p14:xfrm>
                <a:off x="3590203" y="2966541"/>
                <a:ext cx="4741920" cy="3470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E7C21B2-C42A-4F78-B02F-8F4AB2434A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59603" y="2935941"/>
                  <a:ext cx="4803120" cy="35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B57DDC-FC6D-7EEA-B1E8-92F75221B437}"/>
                    </a:ext>
                  </a:extLst>
                </p14:cNvPr>
                <p14:cNvContentPartPr/>
                <p14:nvPr/>
              </p14:nvContentPartPr>
              <p14:xfrm>
                <a:off x="6195163" y="3128181"/>
                <a:ext cx="4964040" cy="3245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B57DDC-FC6D-7EEA-B1E8-92F75221B43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64563" y="3097581"/>
                  <a:ext cx="5025600" cy="33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BB309BB-E2C1-42ED-DC99-83C06B36C484}"/>
                    </a:ext>
                  </a:extLst>
                </p14:cNvPr>
                <p14:cNvContentPartPr/>
                <p14:nvPr/>
              </p14:nvContentPartPr>
              <p14:xfrm>
                <a:off x="5051803" y="2646501"/>
                <a:ext cx="1188360" cy="757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BB309BB-E2C1-42ED-DC99-83C06B36C4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21203" y="2615541"/>
                  <a:ext cx="1249560" cy="81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9E8A85-9191-7412-AF2B-9EAFDA9182F2}"/>
                    </a:ext>
                  </a:extLst>
                </p14:cNvPr>
                <p14:cNvContentPartPr/>
                <p14:nvPr/>
              </p14:nvContentPartPr>
              <p14:xfrm>
                <a:off x="1567003" y="218661"/>
                <a:ext cx="2322720" cy="1172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9E8A85-9191-7412-AF2B-9EAFDA9182F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25963" y="177621"/>
                  <a:ext cx="2404800" cy="12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B92A71-C784-666C-7420-81D6F0DA0C73}"/>
                    </a:ext>
                  </a:extLst>
                </p14:cNvPr>
                <p14:cNvContentPartPr/>
                <p14:nvPr/>
              </p14:nvContentPartPr>
              <p14:xfrm>
                <a:off x="480523" y="1447701"/>
                <a:ext cx="2882880" cy="1977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B92A71-C784-666C-7420-81D6F0DA0C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9483" y="1406661"/>
                  <a:ext cx="2964960" cy="205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48F9FF8-0573-86DA-9653-43F72B2F472F}"/>
              </a:ext>
            </a:extLst>
          </p:cNvPr>
          <p:cNvSpPr/>
          <p:nvPr userDrawn="1"/>
        </p:nvSpPr>
        <p:spPr>
          <a:xfrm>
            <a:off x="130629" y="220980"/>
            <a:ext cx="11291207" cy="6702879"/>
          </a:xfrm>
          <a:prstGeom prst="rect">
            <a:avLst/>
          </a:prstGeom>
          <a:solidFill>
            <a:schemeClr val="bg1">
              <a:alpha val="8694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6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0628CA-C68E-8787-71BF-B414D1B84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A318-B8DB-C342-BF02-26A485C4356C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1DA27C-DF9C-77E1-9962-70F6A3909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49E61-DE15-2CD3-AE7A-1E8AA46F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E604-99B0-AD40-BC43-C6017E56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6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EADC2-0655-AD5F-A361-CB4D04C5F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4785F-EF27-8E47-1477-E04798F0A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905B1-BD45-CDF0-7428-F8A180DC0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8D7DC-3ABC-9EA2-6471-AE7258DEE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A318-B8DB-C342-BF02-26A485C4356C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61957-5C7D-992B-7EDC-73962ACC9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75F4E-7BCD-6EE2-A270-6716A1D8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E604-99B0-AD40-BC43-C6017E56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4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E33B5-2BE8-8CC8-4325-B13C8AA4D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C92E4F-396A-112F-203A-6F79E598A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9793F-057B-5633-A790-8434AE148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CE06A-BF57-5D54-28E4-921CC88FB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A318-B8DB-C342-BF02-26A485C4356C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4B953-B2DF-E40C-1195-10730747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68E35-7F69-B45F-3CF5-AE7971E1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E604-99B0-AD40-BC43-C6017E56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7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962AA-CD7C-DBE5-6062-252AA067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40EED-EC56-2CFB-E201-AF5444EDB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E4685-2893-95F7-D860-26A039A19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A318-B8DB-C342-BF02-26A485C4356C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593C3-A026-A5A7-D524-2B840E1C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78440-6966-54F7-8D70-854607FA9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E604-99B0-AD40-BC43-C6017E56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47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E0D793-720D-E4B6-2F3B-03F98F1031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BB1CE-B4E0-73EB-DB98-BB603058C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DDC28-720B-255A-76A5-77CC085E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A318-B8DB-C342-BF02-26A485C4356C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39EF4-6CD7-E1C7-58B1-8ADAA710C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7C4E2-BF45-6171-24CB-B7BC13B5F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E604-99B0-AD40-BC43-C6017E56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8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F8F8D3-7095-E78D-2E95-6E6CEE45B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465C8-C2AC-26AF-85D3-20CFFDBC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85868-33C8-B25F-C77D-F874B4159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79A318-B8DB-C342-BF02-26A485C4356C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B94D4-9F43-D2E6-6625-72392A45C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E7176-1CB0-C2D1-CF87-C4F4DD125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1E604-99B0-AD40-BC43-C6017E56A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71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ud 7">
            <a:extLst>
              <a:ext uri="{FF2B5EF4-FFF2-40B4-BE49-F238E27FC236}">
                <a16:creationId xmlns:a16="http://schemas.microsoft.com/office/drawing/2014/main" id="{5C4F6CB1-2103-BA86-7961-F9444A442C4B}"/>
              </a:ext>
            </a:extLst>
          </p:cNvPr>
          <p:cNvSpPr/>
          <p:nvPr/>
        </p:nvSpPr>
        <p:spPr>
          <a:xfrm>
            <a:off x="4324350" y="2294165"/>
            <a:ext cx="2019300" cy="1483178"/>
          </a:xfrm>
          <a:prstGeom prst="clou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8A23CA40-79F1-0A76-0363-6D175DFED476}"/>
              </a:ext>
            </a:extLst>
          </p:cNvPr>
          <p:cNvSpPr/>
          <p:nvPr/>
        </p:nvSpPr>
        <p:spPr>
          <a:xfrm>
            <a:off x="1616529" y="1110341"/>
            <a:ext cx="1763485" cy="1216479"/>
          </a:xfrm>
          <a:prstGeom prst="clou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CD16A747-1675-AD51-B21D-40401CB032E8}"/>
              </a:ext>
            </a:extLst>
          </p:cNvPr>
          <p:cNvSpPr/>
          <p:nvPr/>
        </p:nvSpPr>
        <p:spPr>
          <a:xfrm>
            <a:off x="2032907" y="1469571"/>
            <a:ext cx="840922" cy="563335"/>
          </a:xfrm>
          <a:prstGeom prst="can">
            <a:avLst/>
          </a:prstGeom>
          <a:ln>
            <a:solidFill>
              <a:schemeClr val="accent3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BA11AFEF-C99C-2FAB-631B-287ECA5AA8C9}"/>
              </a:ext>
            </a:extLst>
          </p:cNvPr>
          <p:cNvSpPr/>
          <p:nvPr/>
        </p:nvSpPr>
        <p:spPr>
          <a:xfrm>
            <a:off x="4577443" y="2977242"/>
            <a:ext cx="840922" cy="563335"/>
          </a:xfrm>
          <a:prstGeom prst="can">
            <a:avLst/>
          </a:prstGeom>
          <a:ln>
            <a:solidFill>
              <a:schemeClr val="accent3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R2</a:t>
            </a:r>
            <a:endParaRPr lang="en-US" dirty="0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8C88EC75-24B4-E92C-0FCD-724319236A9A}"/>
              </a:ext>
            </a:extLst>
          </p:cNvPr>
          <p:cNvSpPr/>
          <p:nvPr/>
        </p:nvSpPr>
        <p:spPr>
          <a:xfrm>
            <a:off x="6885214" y="4297134"/>
            <a:ext cx="840922" cy="563335"/>
          </a:xfrm>
          <a:prstGeom prst="can">
            <a:avLst/>
          </a:prstGeom>
          <a:ln>
            <a:solidFill>
              <a:schemeClr val="accent3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3575E885-47CC-6728-2E1C-58F29735EF59}"/>
              </a:ext>
            </a:extLst>
          </p:cNvPr>
          <p:cNvSpPr/>
          <p:nvPr/>
        </p:nvSpPr>
        <p:spPr>
          <a:xfrm rot="1771120">
            <a:off x="2872940" y="2156787"/>
            <a:ext cx="2090696" cy="481693"/>
          </a:xfrm>
          <a:custGeom>
            <a:avLst/>
            <a:gdLst>
              <a:gd name="csX0" fmla="*/ 0 w 1592036"/>
              <a:gd name="csY0" fmla="*/ 120423 h 481693"/>
              <a:gd name="csX1" fmla="*/ 1351190 w 1592036"/>
              <a:gd name="csY1" fmla="*/ 120423 h 481693"/>
              <a:gd name="csX2" fmla="*/ 1351190 w 1592036"/>
              <a:gd name="csY2" fmla="*/ 0 h 481693"/>
              <a:gd name="csX3" fmla="*/ 1592036 w 1592036"/>
              <a:gd name="csY3" fmla="*/ 240847 h 481693"/>
              <a:gd name="csX4" fmla="*/ 1351190 w 1592036"/>
              <a:gd name="csY4" fmla="*/ 481693 h 481693"/>
              <a:gd name="csX5" fmla="*/ 1351190 w 1592036"/>
              <a:gd name="csY5" fmla="*/ 361270 h 481693"/>
              <a:gd name="csX6" fmla="*/ 0 w 1592036"/>
              <a:gd name="csY6" fmla="*/ 361270 h 481693"/>
              <a:gd name="csX7" fmla="*/ 0 w 1592036"/>
              <a:gd name="csY7" fmla="*/ 120423 h 481693"/>
              <a:gd name="csX0" fmla="*/ 0 w 1592036"/>
              <a:gd name="csY0" fmla="*/ 120423 h 481693"/>
              <a:gd name="csX1" fmla="*/ 1351190 w 1592036"/>
              <a:gd name="csY1" fmla="*/ 120423 h 481693"/>
              <a:gd name="csX2" fmla="*/ 1351190 w 1592036"/>
              <a:gd name="csY2" fmla="*/ 0 h 481693"/>
              <a:gd name="csX3" fmla="*/ 1592036 w 1592036"/>
              <a:gd name="csY3" fmla="*/ 240847 h 481693"/>
              <a:gd name="csX4" fmla="*/ 1351190 w 1592036"/>
              <a:gd name="csY4" fmla="*/ 481693 h 481693"/>
              <a:gd name="csX5" fmla="*/ 1351190 w 1592036"/>
              <a:gd name="csY5" fmla="*/ 361270 h 481693"/>
              <a:gd name="csX6" fmla="*/ 8164 w 1592036"/>
              <a:gd name="csY6" fmla="*/ 230641 h 481693"/>
              <a:gd name="csX7" fmla="*/ 0 w 1592036"/>
              <a:gd name="csY7" fmla="*/ 120423 h 481693"/>
              <a:gd name="csX0" fmla="*/ 0 w 1583872"/>
              <a:gd name="csY0" fmla="*/ 218394 h 481693"/>
              <a:gd name="csX1" fmla="*/ 1343026 w 1583872"/>
              <a:gd name="csY1" fmla="*/ 120423 h 481693"/>
              <a:gd name="csX2" fmla="*/ 1343026 w 1583872"/>
              <a:gd name="csY2" fmla="*/ 0 h 481693"/>
              <a:gd name="csX3" fmla="*/ 1583872 w 1583872"/>
              <a:gd name="csY3" fmla="*/ 240847 h 481693"/>
              <a:gd name="csX4" fmla="*/ 1343026 w 1583872"/>
              <a:gd name="csY4" fmla="*/ 481693 h 481693"/>
              <a:gd name="csX5" fmla="*/ 1343026 w 1583872"/>
              <a:gd name="csY5" fmla="*/ 361270 h 481693"/>
              <a:gd name="csX6" fmla="*/ 0 w 1583872"/>
              <a:gd name="csY6" fmla="*/ 230641 h 481693"/>
              <a:gd name="csX7" fmla="*/ 0 w 1583872"/>
              <a:gd name="csY7" fmla="*/ 218394 h 481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3872" h="481693">
                <a:moveTo>
                  <a:pt x="0" y="218394"/>
                </a:moveTo>
                <a:lnTo>
                  <a:pt x="1343026" y="120423"/>
                </a:lnTo>
                <a:lnTo>
                  <a:pt x="1343026" y="0"/>
                </a:lnTo>
                <a:lnTo>
                  <a:pt x="1583872" y="240847"/>
                </a:lnTo>
                <a:lnTo>
                  <a:pt x="1343026" y="481693"/>
                </a:lnTo>
                <a:lnTo>
                  <a:pt x="1343026" y="361270"/>
                </a:lnTo>
                <a:lnTo>
                  <a:pt x="0" y="230641"/>
                </a:lnTo>
                <a:lnTo>
                  <a:pt x="0" y="21839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5700"/>
            <a:r>
              <a:rPr lang="en-US" sz="1400" dirty="0"/>
              <a:t>fork   </a:t>
            </a:r>
          </a:p>
        </p:txBody>
      </p:sp>
      <p:sp>
        <p:nvSpPr>
          <p:cNvPr id="13" name="Right Arrow 11">
            <a:extLst>
              <a:ext uri="{FF2B5EF4-FFF2-40B4-BE49-F238E27FC236}">
                <a16:creationId xmlns:a16="http://schemas.microsoft.com/office/drawing/2014/main" id="{C823FE0F-D9EF-7772-66B5-1805885FF071}"/>
              </a:ext>
            </a:extLst>
          </p:cNvPr>
          <p:cNvSpPr/>
          <p:nvPr/>
        </p:nvSpPr>
        <p:spPr>
          <a:xfrm rot="1771120">
            <a:off x="5278682" y="3444021"/>
            <a:ext cx="2090696" cy="481693"/>
          </a:xfrm>
          <a:custGeom>
            <a:avLst/>
            <a:gdLst>
              <a:gd name="csX0" fmla="*/ 0 w 1592036"/>
              <a:gd name="csY0" fmla="*/ 120423 h 481693"/>
              <a:gd name="csX1" fmla="*/ 1351190 w 1592036"/>
              <a:gd name="csY1" fmla="*/ 120423 h 481693"/>
              <a:gd name="csX2" fmla="*/ 1351190 w 1592036"/>
              <a:gd name="csY2" fmla="*/ 0 h 481693"/>
              <a:gd name="csX3" fmla="*/ 1592036 w 1592036"/>
              <a:gd name="csY3" fmla="*/ 240847 h 481693"/>
              <a:gd name="csX4" fmla="*/ 1351190 w 1592036"/>
              <a:gd name="csY4" fmla="*/ 481693 h 481693"/>
              <a:gd name="csX5" fmla="*/ 1351190 w 1592036"/>
              <a:gd name="csY5" fmla="*/ 361270 h 481693"/>
              <a:gd name="csX6" fmla="*/ 0 w 1592036"/>
              <a:gd name="csY6" fmla="*/ 361270 h 481693"/>
              <a:gd name="csX7" fmla="*/ 0 w 1592036"/>
              <a:gd name="csY7" fmla="*/ 120423 h 481693"/>
              <a:gd name="csX0" fmla="*/ 0 w 1592036"/>
              <a:gd name="csY0" fmla="*/ 120423 h 481693"/>
              <a:gd name="csX1" fmla="*/ 1351190 w 1592036"/>
              <a:gd name="csY1" fmla="*/ 120423 h 481693"/>
              <a:gd name="csX2" fmla="*/ 1351190 w 1592036"/>
              <a:gd name="csY2" fmla="*/ 0 h 481693"/>
              <a:gd name="csX3" fmla="*/ 1592036 w 1592036"/>
              <a:gd name="csY3" fmla="*/ 240847 h 481693"/>
              <a:gd name="csX4" fmla="*/ 1351190 w 1592036"/>
              <a:gd name="csY4" fmla="*/ 481693 h 481693"/>
              <a:gd name="csX5" fmla="*/ 1351190 w 1592036"/>
              <a:gd name="csY5" fmla="*/ 361270 h 481693"/>
              <a:gd name="csX6" fmla="*/ 8164 w 1592036"/>
              <a:gd name="csY6" fmla="*/ 230641 h 481693"/>
              <a:gd name="csX7" fmla="*/ 0 w 1592036"/>
              <a:gd name="csY7" fmla="*/ 120423 h 481693"/>
              <a:gd name="csX0" fmla="*/ 0 w 1583872"/>
              <a:gd name="csY0" fmla="*/ 218394 h 481693"/>
              <a:gd name="csX1" fmla="*/ 1343026 w 1583872"/>
              <a:gd name="csY1" fmla="*/ 120423 h 481693"/>
              <a:gd name="csX2" fmla="*/ 1343026 w 1583872"/>
              <a:gd name="csY2" fmla="*/ 0 h 481693"/>
              <a:gd name="csX3" fmla="*/ 1583872 w 1583872"/>
              <a:gd name="csY3" fmla="*/ 240847 h 481693"/>
              <a:gd name="csX4" fmla="*/ 1343026 w 1583872"/>
              <a:gd name="csY4" fmla="*/ 481693 h 481693"/>
              <a:gd name="csX5" fmla="*/ 1343026 w 1583872"/>
              <a:gd name="csY5" fmla="*/ 361270 h 481693"/>
              <a:gd name="csX6" fmla="*/ 0 w 1583872"/>
              <a:gd name="csY6" fmla="*/ 230641 h 481693"/>
              <a:gd name="csX7" fmla="*/ 0 w 1583872"/>
              <a:gd name="csY7" fmla="*/ 218394 h 481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3872" h="481693">
                <a:moveTo>
                  <a:pt x="0" y="218394"/>
                </a:moveTo>
                <a:lnTo>
                  <a:pt x="1343026" y="120423"/>
                </a:lnTo>
                <a:lnTo>
                  <a:pt x="1343026" y="0"/>
                </a:lnTo>
                <a:lnTo>
                  <a:pt x="1583872" y="240847"/>
                </a:lnTo>
                <a:lnTo>
                  <a:pt x="1343026" y="481693"/>
                </a:lnTo>
                <a:lnTo>
                  <a:pt x="1343026" y="361270"/>
                </a:lnTo>
                <a:lnTo>
                  <a:pt x="0" y="230641"/>
                </a:lnTo>
                <a:lnTo>
                  <a:pt x="0" y="21839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5700"/>
            <a:r>
              <a:rPr lang="en-US" sz="1400" dirty="0"/>
              <a:t>clone   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3ADCE8A-5D2C-B7AF-A946-27CF0DA94DE6}"/>
              </a:ext>
            </a:extLst>
          </p:cNvPr>
          <p:cNvSpPr/>
          <p:nvPr/>
        </p:nvSpPr>
        <p:spPr>
          <a:xfrm>
            <a:off x="2326821" y="2106386"/>
            <a:ext cx="4474029" cy="2596244"/>
          </a:xfrm>
          <a:custGeom>
            <a:avLst/>
            <a:gdLst>
              <a:gd name="csX0" fmla="*/ 2294165 w 2294165"/>
              <a:gd name="csY0" fmla="*/ 1730828 h 1730828"/>
              <a:gd name="csX1" fmla="*/ 816429 w 2294165"/>
              <a:gd name="csY1" fmla="*/ 1420585 h 1730828"/>
              <a:gd name="csX2" fmla="*/ 0 w 2294165"/>
              <a:gd name="csY2" fmla="*/ 0 h 1730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94165" h="1730828">
                <a:moveTo>
                  <a:pt x="2294165" y="1730828"/>
                </a:moveTo>
                <a:cubicBezTo>
                  <a:pt x="1746477" y="1719942"/>
                  <a:pt x="1198790" y="1709056"/>
                  <a:pt x="816429" y="1420585"/>
                </a:cubicBezTo>
                <a:cubicBezTo>
                  <a:pt x="434068" y="1132114"/>
                  <a:pt x="217034" y="566057"/>
                  <a:pt x="0" y="0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9C5F90-0D62-79E3-81BB-773CB4D796C0}"/>
              </a:ext>
            </a:extLst>
          </p:cNvPr>
          <p:cNvSpPr txBox="1"/>
          <p:nvPr/>
        </p:nvSpPr>
        <p:spPr>
          <a:xfrm>
            <a:off x="1453243" y="2416628"/>
            <a:ext cx="1983921" cy="307777"/>
          </a:xfrm>
          <a:prstGeom prst="rect">
            <a:avLst/>
          </a:prstGeom>
          <a:solidFill>
            <a:schemeClr val="bg1">
              <a:alpha val="71764"/>
            </a:schemeClr>
          </a:solidFill>
        </p:spPr>
        <p:txBody>
          <a:bodyPr wrap="square" lIns="36000" rIns="36000" rtlCol="0">
            <a:spAutoFit/>
          </a:bodyPr>
          <a:lstStyle/>
          <a:p>
            <a:r>
              <a:rPr lang="en-US" sz="1400" dirty="0"/>
              <a:t>remote name: </a:t>
            </a:r>
            <a:r>
              <a:rPr lang="en-US" sz="1400" b="1" dirty="0">
                <a:solidFill>
                  <a:srgbClr val="C00000"/>
                </a:solidFill>
              </a:rPr>
              <a:t>upstream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8A6C92D-FA65-C61E-8A88-6595BEAB734B}"/>
              </a:ext>
            </a:extLst>
          </p:cNvPr>
          <p:cNvSpPr/>
          <p:nvPr/>
        </p:nvSpPr>
        <p:spPr>
          <a:xfrm>
            <a:off x="4904014" y="3736522"/>
            <a:ext cx="1937658" cy="868135"/>
          </a:xfrm>
          <a:custGeom>
            <a:avLst/>
            <a:gdLst>
              <a:gd name="csX0" fmla="*/ 2294165 w 2294165"/>
              <a:gd name="csY0" fmla="*/ 1730828 h 1730828"/>
              <a:gd name="csX1" fmla="*/ 816429 w 2294165"/>
              <a:gd name="csY1" fmla="*/ 1420585 h 1730828"/>
              <a:gd name="csX2" fmla="*/ 0 w 2294165"/>
              <a:gd name="csY2" fmla="*/ 0 h 1730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94165" h="1730828">
                <a:moveTo>
                  <a:pt x="2294165" y="1730828"/>
                </a:moveTo>
                <a:cubicBezTo>
                  <a:pt x="1746477" y="1719942"/>
                  <a:pt x="1198790" y="1709056"/>
                  <a:pt x="816429" y="1420585"/>
                </a:cubicBezTo>
                <a:cubicBezTo>
                  <a:pt x="434068" y="1132114"/>
                  <a:pt x="217034" y="566057"/>
                  <a:pt x="0" y="0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733398-3018-D26C-C7BB-DE867F41F15B}"/>
              </a:ext>
            </a:extLst>
          </p:cNvPr>
          <p:cNvSpPr txBox="1"/>
          <p:nvPr/>
        </p:nvSpPr>
        <p:spPr>
          <a:xfrm>
            <a:off x="4294415" y="4022270"/>
            <a:ext cx="1915885" cy="307777"/>
          </a:xfrm>
          <a:prstGeom prst="rect">
            <a:avLst/>
          </a:prstGeom>
          <a:solidFill>
            <a:schemeClr val="bg1">
              <a:alpha val="71764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remote name: </a:t>
            </a:r>
            <a:r>
              <a:rPr lang="en-US" sz="1400" b="1" dirty="0">
                <a:solidFill>
                  <a:srgbClr val="C00000"/>
                </a:solidFill>
              </a:rPr>
              <a:t>origin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7C6A07-6D2F-991E-61DB-3E5F9FCA0D70}"/>
              </a:ext>
            </a:extLst>
          </p:cNvPr>
          <p:cNvSpPr txBox="1"/>
          <p:nvPr/>
        </p:nvSpPr>
        <p:spPr>
          <a:xfrm>
            <a:off x="2356759" y="1197427"/>
            <a:ext cx="66402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en-US" sz="1400" b="1" dirty="0">
                <a:solidFill>
                  <a:schemeClr val="accent4"/>
                </a:solidFill>
              </a:rPr>
              <a:t>GitHub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C1D463-6011-DA60-58F4-A24A56FB7B1F}"/>
              </a:ext>
            </a:extLst>
          </p:cNvPr>
          <p:cNvSpPr txBox="1"/>
          <p:nvPr/>
        </p:nvSpPr>
        <p:spPr>
          <a:xfrm>
            <a:off x="5012871" y="2500992"/>
            <a:ext cx="1045029" cy="52322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Your </a:t>
            </a:r>
            <a:r>
              <a:rPr lang="en-US" sz="1400" b="1" dirty="0">
                <a:solidFill>
                  <a:schemeClr val="accent4"/>
                </a:solidFill>
              </a:rPr>
              <a:t>GitHub Account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22DDE6-A80F-5B24-217D-74134165D1DC}"/>
              </a:ext>
            </a:extLst>
          </p:cNvPr>
          <p:cNvSpPr txBox="1"/>
          <p:nvPr/>
        </p:nvSpPr>
        <p:spPr>
          <a:xfrm>
            <a:off x="6662057" y="4857750"/>
            <a:ext cx="1379764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en-US" sz="1400" b="1" dirty="0">
                <a:solidFill>
                  <a:schemeClr val="accent4"/>
                </a:solidFill>
              </a:rPr>
              <a:t>Your Computer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E7A0183-1B0F-1ACB-3D5A-8B15A8F0616F}"/>
              </a:ext>
            </a:extLst>
          </p:cNvPr>
          <p:cNvGrpSpPr/>
          <p:nvPr/>
        </p:nvGrpSpPr>
        <p:grpSpPr>
          <a:xfrm rot="2038239">
            <a:off x="1644850" y="3976513"/>
            <a:ext cx="3304041" cy="389388"/>
            <a:chOff x="5057522" y="1290463"/>
            <a:chExt cx="3304041" cy="389388"/>
          </a:xfrm>
        </p:grpSpPr>
        <p:sp>
          <p:nvSpPr>
            <p:cNvPr id="42" name="Left Arrow 41">
              <a:extLst>
                <a:ext uri="{FF2B5EF4-FFF2-40B4-BE49-F238E27FC236}">
                  <a16:creationId xmlns:a16="http://schemas.microsoft.com/office/drawing/2014/main" id="{386EE3AA-9979-D395-DA3E-61047445D7D4}"/>
                </a:ext>
              </a:extLst>
            </p:cNvPr>
            <p:cNvSpPr/>
            <p:nvPr/>
          </p:nvSpPr>
          <p:spPr>
            <a:xfrm>
              <a:off x="5057522" y="1290463"/>
              <a:ext cx="1072469" cy="378502"/>
            </a:xfrm>
            <a:prstGeom prst="lef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4"/>
                  </a:solidFill>
                </a:rPr>
                <a:t>upstream</a:t>
              </a:r>
            </a:p>
          </p:txBody>
        </p:sp>
        <p:sp>
          <p:nvSpPr>
            <p:cNvPr id="48" name="Left Arrow 47">
              <a:extLst>
                <a:ext uri="{FF2B5EF4-FFF2-40B4-BE49-F238E27FC236}">
                  <a16:creationId xmlns:a16="http://schemas.microsoft.com/office/drawing/2014/main" id="{5BBE8194-0143-2793-6988-C0727A29F18E}"/>
                </a:ext>
              </a:extLst>
            </p:cNvPr>
            <p:cNvSpPr/>
            <p:nvPr/>
          </p:nvSpPr>
          <p:spPr>
            <a:xfrm>
              <a:off x="6173308" y="1295906"/>
              <a:ext cx="1072469" cy="378502"/>
            </a:xfrm>
            <a:prstGeom prst="lef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4"/>
                  </a:solidFill>
                </a:rPr>
                <a:t>upstream</a:t>
              </a:r>
            </a:p>
          </p:txBody>
        </p:sp>
        <p:sp>
          <p:nvSpPr>
            <p:cNvPr id="49" name="Left Arrow 48">
              <a:extLst>
                <a:ext uri="{FF2B5EF4-FFF2-40B4-BE49-F238E27FC236}">
                  <a16:creationId xmlns:a16="http://schemas.microsoft.com/office/drawing/2014/main" id="{D7DBF270-2193-9759-523B-5CCD158362BC}"/>
                </a:ext>
              </a:extLst>
            </p:cNvPr>
            <p:cNvSpPr/>
            <p:nvPr/>
          </p:nvSpPr>
          <p:spPr>
            <a:xfrm>
              <a:off x="7289094" y="1301349"/>
              <a:ext cx="1072469" cy="378502"/>
            </a:xfrm>
            <a:prstGeom prst="lef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4"/>
                  </a:solidFill>
                </a:rPr>
                <a:t>upstream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9E0EAD2-534B-4934-4E27-8B28B904D8F6}"/>
              </a:ext>
            </a:extLst>
          </p:cNvPr>
          <p:cNvGrpSpPr/>
          <p:nvPr/>
        </p:nvGrpSpPr>
        <p:grpSpPr>
          <a:xfrm rot="2086988">
            <a:off x="4259958" y="2063188"/>
            <a:ext cx="4080183" cy="397503"/>
            <a:chOff x="4801902" y="1290463"/>
            <a:chExt cx="4080183" cy="397503"/>
          </a:xfrm>
        </p:grpSpPr>
        <p:sp>
          <p:nvSpPr>
            <p:cNvPr id="52" name="Right Arrow 51">
              <a:extLst>
                <a:ext uri="{FF2B5EF4-FFF2-40B4-BE49-F238E27FC236}">
                  <a16:creationId xmlns:a16="http://schemas.microsoft.com/office/drawing/2014/main" id="{BA9C033D-A5C0-E5ED-2733-DD7E44BA3CD4}"/>
                </a:ext>
              </a:extLst>
            </p:cNvPr>
            <p:cNvSpPr/>
            <p:nvPr/>
          </p:nvSpPr>
          <p:spPr>
            <a:xfrm>
              <a:off x="4801902" y="1290463"/>
              <a:ext cx="1328089" cy="378502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4"/>
                  </a:solidFill>
                </a:rPr>
                <a:t>downstream</a:t>
              </a:r>
            </a:p>
          </p:txBody>
        </p:sp>
        <p:sp>
          <p:nvSpPr>
            <p:cNvPr id="53" name="Right Arrow 52">
              <a:extLst>
                <a:ext uri="{FF2B5EF4-FFF2-40B4-BE49-F238E27FC236}">
                  <a16:creationId xmlns:a16="http://schemas.microsoft.com/office/drawing/2014/main" id="{B62D40BD-BFE4-DCA1-5F57-7883AA1F59BA}"/>
                </a:ext>
              </a:extLst>
            </p:cNvPr>
            <p:cNvSpPr/>
            <p:nvPr/>
          </p:nvSpPr>
          <p:spPr>
            <a:xfrm>
              <a:off x="6173309" y="1295905"/>
              <a:ext cx="1248578" cy="378502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4"/>
                  </a:solidFill>
                </a:rPr>
                <a:t>downstream</a:t>
              </a:r>
            </a:p>
          </p:txBody>
        </p:sp>
        <p:sp>
          <p:nvSpPr>
            <p:cNvPr id="54" name="Right Arrow 53">
              <a:extLst>
                <a:ext uri="{FF2B5EF4-FFF2-40B4-BE49-F238E27FC236}">
                  <a16:creationId xmlns:a16="http://schemas.microsoft.com/office/drawing/2014/main" id="{9F701119-1A7D-D124-746A-467568D8E1DC}"/>
                </a:ext>
              </a:extLst>
            </p:cNvPr>
            <p:cNvSpPr/>
            <p:nvPr/>
          </p:nvSpPr>
          <p:spPr>
            <a:xfrm>
              <a:off x="7481609" y="1309464"/>
              <a:ext cx="1400476" cy="378502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4"/>
                  </a:solidFill>
                </a:rPr>
                <a:t>downstream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7121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26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Damith Chatura Rajapakse</dc:creator>
  <cp:lastModifiedBy>Damith Chatura Rajapakse</cp:lastModifiedBy>
  <cp:revision>2</cp:revision>
  <dcterms:created xsi:type="dcterms:W3CDTF">2026-01-20T07:50:54Z</dcterms:created>
  <dcterms:modified xsi:type="dcterms:W3CDTF">2026-01-20T08:52:29Z</dcterms:modified>
</cp:coreProperties>
</file>