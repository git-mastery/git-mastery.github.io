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8"/>
    <p:restoredTop sz="94699"/>
  </p:normalViewPr>
  <p:slideViewPr>
    <p:cSldViewPr>
      <p:cViewPr varScale="1">
        <p:scale>
          <a:sx n="206" d="100"/>
          <a:sy n="206" d="100"/>
        </p:scale>
        <p:origin x="320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021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319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60946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0506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925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005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6940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6037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768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893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350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86CD7-4058-4E48-B9C4-9EA782D336AA}" type="datetimeFigureOut">
              <a:rPr lang="en-SG" smtClean="0"/>
              <a:t>27/12/25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0142A-A2D4-40FA-B0F4-DF9171881D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2213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/>
          <p:cNvSpPr/>
          <p:nvPr/>
        </p:nvSpPr>
        <p:spPr>
          <a:xfrm>
            <a:off x="1595344" y="3276713"/>
            <a:ext cx="2364871" cy="10883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1614349" y="4887891"/>
            <a:ext cx="2364871" cy="11673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8" name="Rounded Rectangle 37"/>
          <p:cNvSpPr/>
          <p:nvPr/>
        </p:nvSpPr>
        <p:spPr>
          <a:xfrm>
            <a:off x="1579423" y="932887"/>
            <a:ext cx="2364871" cy="1199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4898452" y="1412775"/>
            <a:ext cx="4138044" cy="46805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GitHub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79712" y="3861048"/>
            <a:ext cx="887317" cy="944563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942630" y="5263158"/>
            <a:ext cx="887317" cy="944563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miley Face 41"/>
          <p:cNvSpPr/>
          <p:nvPr/>
        </p:nvSpPr>
        <p:spPr>
          <a:xfrm>
            <a:off x="607337" y="3501654"/>
            <a:ext cx="577005" cy="559168"/>
          </a:xfrm>
          <a:prstGeom prst="smileyFac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Can 42"/>
          <p:cNvSpPr/>
          <p:nvPr/>
        </p:nvSpPr>
        <p:spPr>
          <a:xfrm>
            <a:off x="2319394" y="3351851"/>
            <a:ext cx="1186542" cy="890797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Ravi’s Local Repo</a:t>
            </a:r>
          </a:p>
        </p:txBody>
      </p:sp>
      <p:sp>
        <p:nvSpPr>
          <p:cNvPr id="44" name="Smiley Face 43"/>
          <p:cNvSpPr/>
          <p:nvPr/>
        </p:nvSpPr>
        <p:spPr>
          <a:xfrm>
            <a:off x="599625" y="5179807"/>
            <a:ext cx="577005" cy="559168"/>
          </a:xfrm>
          <a:prstGeom prst="smileyFac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Can 44"/>
          <p:cNvSpPr/>
          <p:nvPr/>
        </p:nvSpPr>
        <p:spPr>
          <a:xfrm>
            <a:off x="2387882" y="5013961"/>
            <a:ext cx="1186542" cy="890797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Adam’s Local Repo</a:t>
            </a:r>
          </a:p>
        </p:txBody>
      </p:sp>
      <p:cxnSp>
        <p:nvCxnSpPr>
          <p:cNvPr id="46" name="Straight Arrow Connector 45"/>
          <p:cNvCxnSpPr>
            <a:stCxn id="42" idx="6"/>
            <a:endCxn id="43" idx="2"/>
          </p:cNvCxnSpPr>
          <p:nvPr/>
        </p:nvCxnSpPr>
        <p:spPr>
          <a:xfrm>
            <a:off x="1184342" y="3781238"/>
            <a:ext cx="1135052" cy="16012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/>
          </p:cNvCxnSpPr>
          <p:nvPr/>
        </p:nvCxnSpPr>
        <p:spPr>
          <a:xfrm flipV="1">
            <a:off x="3713348" y="5410328"/>
            <a:ext cx="1449917" cy="19288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4" idx="6"/>
            <a:endCxn id="45" idx="2"/>
          </p:cNvCxnSpPr>
          <p:nvPr/>
        </p:nvCxnSpPr>
        <p:spPr>
          <a:xfrm flipV="1">
            <a:off x="1176630" y="5459360"/>
            <a:ext cx="1211252" cy="31"/>
          </a:xfrm>
          <a:prstGeom prst="straightConnector1">
            <a:avLst/>
          </a:prstGeom>
          <a:ln w="19050">
            <a:solidFill>
              <a:schemeClr val="accent3"/>
            </a:solidFill>
            <a:headEnd type="arrow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Can 48"/>
          <p:cNvSpPr/>
          <p:nvPr/>
        </p:nvSpPr>
        <p:spPr>
          <a:xfrm>
            <a:off x="7124521" y="3232349"/>
            <a:ext cx="1251210" cy="931050"/>
          </a:xfrm>
          <a:prstGeom prst="can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 Repo</a:t>
            </a:r>
          </a:p>
        </p:txBody>
      </p:sp>
      <p:cxnSp>
        <p:nvCxnSpPr>
          <p:cNvPr id="50" name="Straight Arrow Connector 49"/>
          <p:cNvCxnSpPr>
            <a:cxnSpLocks/>
            <a:endCxn id="59" idx="2"/>
          </p:cNvCxnSpPr>
          <p:nvPr/>
        </p:nvCxnSpPr>
        <p:spPr>
          <a:xfrm>
            <a:off x="3568645" y="4005335"/>
            <a:ext cx="1656989" cy="7120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619672" y="1340768"/>
            <a:ext cx="887317" cy="944563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miley Face 51"/>
          <p:cNvSpPr/>
          <p:nvPr/>
        </p:nvSpPr>
        <p:spPr>
          <a:xfrm>
            <a:off x="556966" y="1145115"/>
            <a:ext cx="577005" cy="559168"/>
          </a:xfrm>
          <a:prstGeom prst="smileyFace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Can 52"/>
          <p:cNvSpPr/>
          <p:nvPr/>
        </p:nvSpPr>
        <p:spPr>
          <a:xfrm>
            <a:off x="2269023" y="995312"/>
            <a:ext cx="1186542" cy="890797"/>
          </a:xfrm>
          <a:prstGeom prst="can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Jean’s Local Repo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115616" y="1484784"/>
            <a:ext cx="1135052" cy="16012"/>
          </a:xfrm>
          <a:prstGeom prst="straightConnector1">
            <a:avLst/>
          </a:prstGeom>
          <a:ln w="1905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cxnSpLocks/>
          </p:cNvCxnSpPr>
          <p:nvPr/>
        </p:nvCxnSpPr>
        <p:spPr>
          <a:xfrm>
            <a:off x="3579209" y="1375168"/>
            <a:ext cx="1684328" cy="607196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53715" y="5737759"/>
            <a:ext cx="84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Adam</a:t>
            </a:r>
            <a:endParaRPr lang="en-SG" dirty="0"/>
          </a:p>
        </p:txBody>
      </p:sp>
      <p:sp>
        <p:nvSpPr>
          <p:cNvPr id="57" name="TextBox 56"/>
          <p:cNvSpPr txBox="1"/>
          <p:nvPr/>
        </p:nvSpPr>
        <p:spPr>
          <a:xfrm>
            <a:off x="561427" y="4081474"/>
            <a:ext cx="66882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Ravi</a:t>
            </a:r>
            <a:endParaRPr lang="en-SG" dirty="0"/>
          </a:p>
        </p:txBody>
      </p:sp>
      <p:sp>
        <p:nvSpPr>
          <p:cNvPr id="58" name="TextBox 57"/>
          <p:cNvSpPr txBox="1"/>
          <p:nvPr/>
        </p:nvSpPr>
        <p:spPr>
          <a:xfrm>
            <a:off x="511056" y="1724935"/>
            <a:ext cx="66882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Jean</a:t>
            </a:r>
            <a:endParaRPr lang="en-SG" dirty="0"/>
          </a:p>
        </p:txBody>
      </p:sp>
      <p:sp>
        <p:nvSpPr>
          <p:cNvPr id="59" name="Can 58"/>
          <p:cNvSpPr/>
          <p:nvPr/>
        </p:nvSpPr>
        <p:spPr>
          <a:xfrm>
            <a:off x="5225634" y="3631143"/>
            <a:ext cx="1186542" cy="890797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Ravi’s Fork</a:t>
            </a:r>
          </a:p>
        </p:txBody>
      </p:sp>
      <p:sp>
        <p:nvSpPr>
          <p:cNvPr id="60" name="Can 59"/>
          <p:cNvSpPr/>
          <p:nvPr/>
        </p:nvSpPr>
        <p:spPr>
          <a:xfrm>
            <a:off x="5220072" y="5013176"/>
            <a:ext cx="1186542" cy="890797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Adam’s Fork</a:t>
            </a:r>
          </a:p>
        </p:txBody>
      </p:sp>
      <p:sp>
        <p:nvSpPr>
          <p:cNvPr id="61" name="Can 60"/>
          <p:cNvSpPr/>
          <p:nvPr/>
        </p:nvSpPr>
        <p:spPr>
          <a:xfrm>
            <a:off x="5225634" y="1704283"/>
            <a:ext cx="1186542" cy="890797"/>
          </a:xfrm>
          <a:prstGeom prst="can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Jean’s Fork</a:t>
            </a:r>
          </a:p>
        </p:txBody>
      </p:sp>
      <p:cxnSp>
        <p:nvCxnSpPr>
          <p:cNvPr id="62" name="Straight Arrow Connector 61"/>
          <p:cNvCxnSpPr>
            <a:cxnSpLocks/>
          </p:cNvCxnSpPr>
          <p:nvPr/>
        </p:nvCxnSpPr>
        <p:spPr>
          <a:xfrm flipH="1">
            <a:off x="6450983" y="3885308"/>
            <a:ext cx="673538" cy="120027"/>
          </a:xfrm>
          <a:prstGeom prst="straightConnector1">
            <a:avLst/>
          </a:prstGeom>
          <a:ln>
            <a:solidFill>
              <a:schemeClr val="accent1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cxnSpLocks/>
          </p:cNvCxnSpPr>
          <p:nvPr/>
        </p:nvCxnSpPr>
        <p:spPr>
          <a:xfrm flipH="1" flipV="1">
            <a:off x="6309349" y="2628991"/>
            <a:ext cx="938148" cy="632247"/>
          </a:xfrm>
          <a:prstGeom prst="straightConnector1">
            <a:avLst/>
          </a:prstGeom>
          <a:ln>
            <a:solidFill>
              <a:schemeClr val="accent6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cxnSpLocks/>
          </p:cNvCxnSpPr>
          <p:nvPr/>
        </p:nvCxnSpPr>
        <p:spPr>
          <a:xfrm flipH="1">
            <a:off x="6412176" y="4248086"/>
            <a:ext cx="712345" cy="1154721"/>
          </a:xfrm>
          <a:prstGeom prst="straightConnector1">
            <a:avLst/>
          </a:prstGeom>
          <a:ln>
            <a:solidFill>
              <a:schemeClr val="accent3"/>
            </a:solidFill>
            <a:prstDash val="sysDot"/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69128F5-2B22-AEBC-6872-2B0F8E96E0E2}"/>
              </a:ext>
            </a:extLst>
          </p:cNvPr>
          <p:cNvSpPr txBox="1"/>
          <p:nvPr/>
        </p:nvSpPr>
        <p:spPr>
          <a:xfrm rot="1181408">
            <a:off x="3499338" y="1285486"/>
            <a:ext cx="1873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2. pushes branch</a:t>
            </a:r>
            <a:endParaRPr lang="en-S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43AEAF-F010-9AB7-D77A-004685CFAD44}"/>
              </a:ext>
            </a:extLst>
          </p:cNvPr>
          <p:cNvSpPr txBox="1"/>
          <p:nvPr/>
        </p:nvSpPr>
        <p:spPr>
          <a:xfrm rot="1923471">
            <a:off x="6510976" y="2337659"/>
            <a:ext cx="1271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3. PR from branch</a:t>
            </a:r>
            <a:endParaRPr lang="en-S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C235F23E-63C0-C708-F9B9-D5A272F3D0A1}"/>
              </a:ext>
            </a:extLst>
          </p:cNvPr>
          <p:cNvSpPr/>
          <p:nvPr/>
        </p:nvSpPr>
        <p:spPr>
          <a:xfrm>
            <a:off x="3558448" y="1878612"/>
            <a:ext cx="3503364" cy="1509311"/>
          </a:xfrm>
          <a:custGeom>
            <a:avLst/>
            <a:gdLst>
              <a:gd name="connsiteX0" fmla="*/ 3503364 w 3503364"/>
              <a:gd name="connsiteY0" fmla="*/ 1509311 h 1509311"/>
              <a:gd name="connsiteX1" fmla="*/ 1575412 w 3503364"/>
              <a:gd name="connsiteY1" fmla="*/ 881350 h 1509311"/>
              <a:gd name="connsiteX2" fmla="*/ 0 w 3503364"/>
              <a:gd name="connsiteY2" fmla="*/ 0 h 1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03364" h="1509311">
                <a:moveTo>
                  <a:pt x="3503364" y="1509311"/>
                </a:moveTo>
                <a:lnTo>
                  <a:pt x="1575412" y="88135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A9BC2D-0343-8E86-45C5-BA6873640761}"/>
              </a:ext>
            </a:extLst>
          </p:cNvPr>
          <p:cNvSpPr txBox="1"/>
          <p:nvPr/>
        </p:nvSpPr>
        <p:spPr>
          <a:xfrm rot="1548550">
            <a:off x="3981006" y="2609602"/>
            <a:ext cx="1676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7. Pulls merged code</a:t>
            </a:r>
            <a:endParaRPr lang="en-S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FBA97518-AFBF-33BF-F900-55086445C6A3}"/>
              </a:ext>
            </a:extLst>
          </p:cNvPr>
          <p:cNvSpPr/>
          <p:nvPr/>
        </p:nvSpPr>
        <p:spPr>
          <a:xfrm rot="21010302">
            <a:off x="7999001" y="2917906"/>
            <a:ext cx="791195" cy="495274"/>
          </a:xfrm>
          <a:custGeom>
            <a:avLst/>
            <a:gdLst>
              <a:gd name="connsiteX0" fmla="*/ 0 w 791195"/>
              <a:gd name="connsiteY0" fmla="*/ 166432 h 495274"/>
              <a:gd name="connsiteX1" fmla="*/ 705080 w 791195"/>
              <a:gd name="connsiteY1" fmla="*/ 12196 h 495274"/>
              <a:gd name="connsiteX2" fmla="*/ 749147 w 791195"/>
              <a:gd name="connsiteY2" fmla="*/ 452870 h 495274"/>
              <a:gd name="connsiteX3" fmla="*/ 429658 w 791195"/>
              <a:gd name="connsiteY3" fmla="*/ 452870 h 49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1195" h="495274">
                <a:moveTo>
                  <a:pt x="0" y="166432"/>
                </a:moveTo>
                <a:cubicBezTo>
                  <a:pt x="290111" y="65444"/>
                  <a:pt x="580222" y="-35544"/>
                  <a:pt x="705080" y="12196"/>
                </a:cubicBezTo>
                <a:cubicBezTo>
                  <a:pt x="829938" y="59936"/>
                  <a:pt x="795051" y="379424"/>
                  <a:pt x="749147" y="452870"/>
                </a:cubicBezTo>
                <a:cubicBezTo>
                  <a:pt x="703243" y="526316"/>
                  <a:pt x="566450" y="489593"/>
                  <a:pt x="429658" y="452870"/>
                </a:cubicBezTo>
              </a:path>
            </a:pathLst>
          </a:custGeom>
          <a:ln>
            <a:solidFill>
              <a:srgbClr val="C00000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61F32D-3506-C7F1-8F57-F48C13DE7413}"/>
              </a:ext>
            </a:extLst>
          </p:cNvPr>
          <p:cNvSpPr txBox="1"/>
          <p:nvPr/>
        </p:nvSpPr>
        <p:spPr>
          <a:xfrm>
            <a:off x="7956376" y="2276872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4. PR reviews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B868583A-F609-023E-D825-60BB28E9F63E}"/>
              </a:ext>
            </a:extLst>
          </p:cNvPr>
          <p:cNvSpPr/>
          <p:nvPr/>
        </p:nvSpPr>
        <p:spPr>
          <a:xfrm>
            <a:off x="3617984" y="4169283"/>
            <a:ext cx="3382178" cy="987909"/>
          </a:xfrm>
          <a:custGeom>
            <a:avLst/>
            <a:gdLst>
              <a:gd name="connsiteX0" fmla="*/ 3382178 w 3382178"/>
              <a:gd name="connsiteY0" fmla="*/ 0 h 848299"/>
              <a:gd name="connsiteX1" fmla="*/ 2335576 w 3382178"/>
              <a:gd name="connsiteY1" fmla="*/ 506776 h 848299"/>
              <a:gd name="connsiteX2" fmla="*/ 0 w 3382178"/>
              <a:gd name="connsiteY2" fmla="*/ 848299 h 84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82178" h="848299">
                <a:moveTo>
                  <a:pt x="3382178" y="0"/>
                </a:moveTo>
                <a:lnTo>
                  <a:pt x="2335576" y="506776"/>
                </a:lnTo>
                <a:lnTo>
                  <a:pt x="0" y="848299"/>
                </a:ln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D1E5E1F7-7195-B19F-5210-BED34719C47C}"/>
              </a:ext>
            </a:extLst>
          </p:cNvPr>
          <p:cNvSpPr/>
          <p:nvPr/>
        </p:nvSpPr>
        <p:spPr>
          <a:xfrm>
            <a:off x="3536414" y="3354872"/>
            <a:ext cx="3514381" cy="385591"/>
          </a:xfrm>
          <a:custGeom>
            <a:avLst/>
            <a:gdLst>
              <a:gd name="connsiteX0" fmla="*/ 3514381 w 3514381"/>
              <a:gd name="connsiteY0" fmla="*/ 352540 h 385591"/>
              <a:gd name="connsiteX1" fmla="*/ 2258458 w 3514381"/>
              <a:gd name="connsiteY1" fmla="*/ 0 h 385591"/>
              <a:gd name="connsiteX2" fmla="*/ 0 w 3514381"/>
              <a:gd name="connsiteY2" fmla="*/ 385591 h 385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14381" h="385591">
                <a:moveTo>
                  <a:pt x="3514381" y="352540"/>
                </a:moveTo>
                <a:lnTo>
                  <a:pt x="2258458" y="0"/>
                </a:lnTo>
                <a:lnTo>
                  <a:pt x="0" y="385591"/>
                </a:lnTo>
              </a:path>
            </a:pathLst>
          </a:custGeom>
          <a:noFill/>
          <a:ln>
            <a:solidFill>
              <a:srgbClr val="0070C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922F1-4EB4-9E6F-97FA-319444047700}"/>
              </a:ext>
            </a:extLst>
          </p:cNvPr>
          <p:cNvSpPr txBox="1"/>
          <p:nvPr/>
        </p:nvSpPr>
        <p:spPr>
          <a:xfrm>
            <a:off x="1691680" y="2132856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3038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5. Tweaks as per review comments, pushes changes to PR</a:t>
            </a:r>
            <a:endParaRPr lang="en-S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7061C36-2E97-49BC-6823-405828C67C0C}"/>
              </a:ext>
            </a:extLst>
          </p:cNvPr>
          <p:cNvSpPr/>
          <p:nvPr/>
        </p:nvSpPr>
        <p:spPr>
          <a:xfrm>
            <a:off x="2699792" y="1916832"/>
            <a:ext cx="576064" cy="276871"/>
          </a:xfrm>
          <a:custGeom>
            <a:avLst/>
            <a:gdLst>
              <a:gd name="csX0" fmla="*/ 400177 w 414052"/>
              <a:gd name="csY0" fmla="*/ 0 h 276871"/>
              <a:gd name="csX1" fmla="*/ 367520 w 414052"/>
              <a:gd name="csY1" fmla="*/ 261257 h 276871"/>
              <a:gd name="csX2" fmla="*/ 16456 w 414052"/>
              <a:gd name="csY2" fmla="*/ 220435 h 276871"/>
              <a:gd name="csX3" fmla="*/ 89934 w 414052"/>
              <a:gd name="csY3" fmla="*/ 0 h 276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4052" h="276871">
                <a:moveTo>
                  <a:pt x="400177" y="0"/>
                </a:moveTo>
                <a:cubicBezTo>
                  <a:pt x="415825" y="112259"/>
                  <a:pt x="431473" y="224518"/>
                  <a:pt x="367520" y="261257"/>
                </a:cubicBezTo>
                <a:cubicBezTo>
                  <a:pt x="303567" y="297996"/>
                  <a:pt x="62720" y="263978"/>
                  <a:pt x="16456" y="220435"/>
                </a:cubicBezTo>
                <a:cubicBezTo>
                  <a:pt x="-29808" y="176892"/>
                  <a:pt x="30063" y="88446"/>
                  <a:pt x="89934" y="0"/>
                </a:cubicBezTo>
              </a:path>
            </a:pathLst>
          </a:custGeom>
          <a:ln w="381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8C116440-CE28-FEDE-5215-36F1AC2E15B0}"/>
              </a:ext>
            </a:extLst>
          </p:cNvPr>
          <p:cNvSpPr/>
          <p:nvPr/>
        </p:nvSpPr>
        <p:spPr>
          <a:xfrm rot="4383963">
            <a:off x="8110978" y="3847001"/>
            <a:ext cx="638646" cy="495274"/>
          </a:xfrm>
          <a:custGeom>
            <a:avLst/>
            <a:gdLst>
              <a:gd name="connsiteX0" fmla="*/ 0 w 791195"/>
              <a:gd name="connsiteY0" fmla="*/ 166432 h 495274"/>
              <a:gd name="connsiteX1" fmla="*/ 705080 w 791195"/>
              <a:gd name="connsiteY1" fmla="*/ 12196 h 495274"/>
              <a:gd name="connsiteX2" fmla="*/ 749147 w 791195"/>
              <a:gd name="connsiteY2" fmla="*/ 452870 h 495274"/>
              <a:gd name="connsiteX3" fmla="*/ 429658 w 791195"/>
              <a:gd name="connsiteY3" fmla="*/ 452870 h 49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1195" h="495274">
                <a:moveTo>
                  <a:pt x="0" y="166432"/>
                </a:moveTo>
                <a:cubicBezTo>
                  <a:pt x="290111" y="65444"/>
                  <a:pt x="580222" y="-35544"/>
                  <a:pt x="705080" y="12196"/>
                </a:cubicBezTo>
                <a:cubicBezTo>
                  <a:pt x="829938" y="59936"/>
                  <a:pt x="795051" y="379424"/>
                  <a:pt x="749147" y="452870"/>
                </a:cubicBezTo>
                <a:cubicBezTo>
                  <a:pt x="703243" y="526316"/>
                  <a:pt x="566450" y="489593"/>
                  <a:pt x="429658" y="452870"/>
                </a:cubicBezTo>
              </a:path>
            </a:pathLst>
          </a:custGeom>
          <a:ln>
            <a:solidFill>
              <a:srgbClr val="C00000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8BAE6-C9FE-8529-3298-BE136B77317A}"/>
              </a:ext>
            </a:extLst>
          </p:cNvPr>
          <p:cNvSpPr txBox="1"/>
          <p:nvPr/>
        </p:nvSpPr>
        <p:spPr>
          <a:xfrm>
            <a:off x="7812360" y="4581128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6. Merges PR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E98BDE8-92B5-3686-6665-544493EF03E8}"/>
              </a:ext>
            </a:extLst>
          </p:cNvPr>
          <p:cNvSpPr/>
          <p:nvPr/>
        </p:nvSpPr>
        <p:spPr>
          <a:xfrm flipV="1">
            <a:off x="2267744" y="620688"/>
            <a:ext cx="414052" cy="360040"/>
          </a:xfrm>
          <a:custGeom>
            <a:avLst/>
            <a:gdLst>
              <a:gd name="csX0" fmla="*/ 400177 w 414052"/>
              <a:gd name="csY0" fmla="*/ 0 h 276871"/>
              <a:gd name="csX1" fmla="*/ 367520 w 414052"/>
              <a:gd name="csY1" fmla="*/ 261257 h 276871"/>
              <a:gd name="csX2" fmla="*/ 16456 w 414052"/>
              <a:gd name="csY2" fmla="*/ 220435 h 276871"/>
              <a:gd name="csX3" fmla="*/ 89934 w 414052"/>
              <a:gd name="csY3" fmla="*/ 0 h 276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4052" h="276871">
                <a:moveTo>
                  <a:pt x="400177" y="0"/>
                </a:moveTo>
                <a:cubicBezTo>
                  <a:pt x="415825" y="112259"/>
                  <a:pt x="431473" y="224518"/>
                  <a:pt x="367520" y="261257"/>
                </a:cubicBezTo>
                <a:cubicBezTo>
                  <a:pt x="303567" y="297996"/>
                  <a:pt x="62720" y="263978"/>
                  <a:pt x="16456" y="220435"/>
                </a:cubicBezTo>
                <a:cubicBezTo>
                  <a:pt x="-29808" y="176892"/>
                  <a:pt x="30063" y="88446"/>
                  <a:pt x="89934" y="0"/>
                </a:cubicBezTo>
              </a:path>
            </a:pathLst>
          </a:custGeom>
          <a:ln w="381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7C867-CFDD-E850-8E37-0B978B6B9D87}"/>
              </a:ext>
            </a:extLst>
          </p:cNvPr>
          <p:cNvSpPr txBox="1"/>
          <p:nvPr/>
        </p:nvSpPr>
        <p:spPr>
          <a:xfrm>
            <a:off x="2699792" y="476672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1. Creates branch, fixes bug</a:t>
            </a:r>
            <a:endParaRPr lang="en-SG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79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62</Words>
  <Application>Microsoft Macintosh PowerPoint</Application>
  <PresentationFormat>On-screen Show 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Rebekah Low</dc:creator>
  <cp:lastModifiedBy>Damith Chatura Rajapakse</cp:lastModifiedBy>
  <cp:revision>6</cp:revision>
  <dcterms:created xsi:type="dcterms:W3CDTF">2017-07-14T03:32:29Z</dcterms:created>
  <dcterms:modified xsi:type="dcterms:W3CDTF">2025-12-27T09:15:49Z</dcterms:modified>
</cp:coreProperties>
</file>